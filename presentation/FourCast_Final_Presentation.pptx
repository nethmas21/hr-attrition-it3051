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G. Haran Akash. Welcome everyone. Introduce the four members. One-line purpose: we built a tool that tells HR which employees are likely to leave, why, and what to do about it, so the company can act before a resignation instead of after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G. Haran Akash. Explain why attrition matters to the company: replacing someone costs time and money, knowledge leaves with them, and the team left behind carries the load. The real problem is timing: HR normally learns about it only when someone resigns. Our goal was to give HR an early warning so they can act while there is still time.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G. Haran Akash. Walk through the three steps from HR's point of view: type in ten details the company already has, get a percentage chance of leaving with a High or Low label, and see the reasons with a suggested action for each. The two screenshots are the real tool: the form on the left, the result on the right. Stress that it is fast and simple and needs no technical knowledge. Hand over to Weerasinghe, who will explain what the data taught us.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Weerasinghe N.H. Explain the data in plain words: 5,000 employee records, each showing whether the person stayed or left. The picture shows it at a glance: of every 100 employees, 37 left, which is high, so the problem is real. Each record has 19 details. Be honest that the dataset looks synthetic (very clean and evenly spread), so before the company relies on it the model should be checked on real company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Weerasinghe N.H. The model told us which details matter most. Four workplace factors carry 83% of the weight: how the employee was rated in their appraisal, how satisfied they are, whether they work overtime, and their work-life balance. Everything else combined, including salary, age and commute, is only 17%. Good news for HR: all four are things the company can influence.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Weerasinghe N.H. This is our most important finding. One problem on its own barely changes anything: an unhappy employee with a good appraisal leaves at about the normal rate. But when two problems come together, attrition jumps to over 80%. There are two danger pairs: low satisfaction together with a low appraisal, and overtime together with poor work-life balance. A quarter of employees fall into one of these pairs, and they make up 57% of everyone who left. So HR can focus its effort on a small, clearly identifiable group.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Weerasinghe N.H. Equally useful is what does not matter. Whatever the salary level, age group, commute distance, department, gender or city, about 37% left, the same as the company average. So a pay rise alone, for example, is unlikely to fix attrition here. The one clear exception is overtime. The final model does not even use gender, marital status or city, which also makes it fairer. Hand over to Jayalath, who explains how we built and checked the tool.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Jayalath J.A.A.A. We did not rely on one method: we tried four different ways of learning from the data, each tuned to its best settings and tested the same way. "Alerts right" means: when it says someone will leave, how often it is correct. "Leavers caught" means: of the people who really left, how many it warned us about. Logistic Regression catches more leavers but raises far too many false alarms. Random Forest gives the best balance and the most consistent results, and it only needs 10 details, so we chose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Jayalath J.A.A.A. We kept 1,000 employees aside and never showed them to the model during development, like a final exam. On those: when the tool raises an alert, it is right about 4 times out of 5, so HR's time is not wasted. It spots about 6 in 10 leavers in advance. Overall 79% of predictions were correct, compared with 63% if you simply guessed that nobody leaves.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Jayalath J.A.A.A. A tool is only useful if people can trust it. We wrote 24 automated checks, and all of them pass. We proved that the web tool gives exactly the same answers as the model we evaluated, for all 1,000 test employees. Wrong inputs are caught with a clear message, as the screenshot shows. And the percentages are honest: we adjusted them so that, for example, of employees shown around 80%, about 80% really left. Hand over to De Silva for the live demo.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 Silva W.H.P.P. The video on the right is a recording of the real tool and plays by itself. Talk over it: first the high-risk example, 83% chance of leaving, with the four reasons and the suggested HR actions. Then the key insight: the low-risk example is 19%; lowering job satisfaction alone keeps it low at 18%; lowering the appraisal as well makes it jump to 84%. One problem alone barely matters, two together trigger the risk. If time allows, repeat it live in the browser at 127.0.0.1:8000; if not, the video is enough.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 Silva W.H.P.P. Turn the findings into action. First, focus on the danger pairs: they are only a quarter of staff but more than half of all leavers. Second, workload: overtime with poor balance is one of the pairs, so review overtime and offer flexibility. Third, a low appraisal combined with low satisfaction is the other pair, so pair appraisals with coaching. Fourth, the tool depends on survey scores, so collect them regularly, not at exit interviews. Finally, the tool supports HR judgement; it does not replace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 Silva W.H.P.P. Be honest about the limits: the data is public and probably synthetic, the tool misses about 4 in 10 leavers, and it depends on good survey data. Next steps: retrain on our own records, run a one-quarter pilot in one department, and add a view that ranks a whole team by risk. If HR wants to catch more leavers, the alert level can be lowered, accepting more false alarms.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 Silva W.H.P.P. Thank the audience and invite questions. Each member answers questions about their own part: Haran on the problem and the tool, Weerasinghe on the data and insights, Jayalath on model choice and testing, De Silva on the demo and recommendations.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image" Target="../media/image33.png"/><Relationship Id="rId9" Type="http://schemas.openxmlformats.org/officeDocument/2006/relationships/image" Target="../media/image34.png"/><Relationship Id="rId10" Type="http://schemas.openxmlformats.org/officeDocument/2006/relationships/image" Target="../media/image35.png"/><Relationship Id="rId11" Type="http://schemas.openxmlformats.org/officeDocument/2006/relationships/image" Target="../media/image36.png"/><Relationship Id="rId12" Type="http://schemas.openxmlformats.org/officeDocument/2006/relationships/image" Target="../media/image37.png"/><Relationship Id="rId13" Type="http://schemas.openxmlformats.org/officeDocument/2006/relationships/image" Target="../media/image38.png"/><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61.png"/><Relationship Id="rId6" Type="http://schemas.openxmlformats.org/officeDocument/2006/relationships/image" Target="../media/image62.png"/><Relationship Id="rId7" Type="http://schemas.openxmlformats.org/officeDocument/2006/relationships/image" Target="../media/image63.png"/><Relationship Id="rId8" Type="http://schemas.openxmlformats.org/officeDocument/2006/relationships/image" Target="../media/image64.png"/><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image" Target="../media/image66.png"/><Relationship Id="rId4" Type="http://schemas.openxmlformats.org/officeDocument/2006/relationships/image" Target="../media/image67.png"/><Relationship Id="rId5" Type="http://schemas.openxmlformats.org/officeDocument/2006/relationships/image" Target="../media/image68.png"/><Relationship Id="rId6" Type="http://schemas.openxmlformats.org/officeDocument/2006/relationships/image" Target="../media/image69.png"/><Relationship Id="rId7" Type="http://schemas.openxmlformats.org/officeDocument/2006/relationships/image" Target="../media/image70.png"/><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 Id="rId3" Type="http://schemas.openxmlformats.org/officeDocument/2006/relationships/image" Target="../media/image2.png"/><Relationship Id="rId4" Type="http://schemas.openxmlformats.org/officeDocument/2006/relationships/image" Target="../media/image76.png"/><Relationship Id="rId5" Type="http://schemas.openxmlformats.org/officeDocument/2006/relationships/image" Target="../media/image77.png"/><Relationship Id="rId6" Type="http://schemas.openxmlformats.org/officeDocument/2006/relationships/image" Target="../media/image78.png"/><Relationship Id="rId7" Type="http://schemas.openxmlformats.org/officeDocument/2006/relationships/image" Target="../media/image79.png"/><Relationship Id="rId8"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01_cover_bg.png"/>
          <p:cNvPicPr>
            <a:picLocks noChangeAspect="1"/>
          </p:cNvPicPr>
          <p:nvPr/>
        </p:nvPicPr>
        <p:blipFill>
          <a:blip r:embed="rId2"/>
          <a:stretch>
            <a:fillRect/>
          </a:stretch>
        </p:blipFill>
        <p:spPr>
          <a:xfrm>
            <a:off x="0" y="0"/>
            <a:ext cx="12192000" cy="6858000"/>
          </a:xfrm>
          <a:prstGeom prst="rect">
            <a:avLst/>
          </a:prstGeom>
        </p:spPr>
      </p:pic>
      <p:pic>
        <p:nvPicPr>
          <p:cNvPr id="3" name="cover left 1" descr="01_cover_layer0.png"/>
          <p:cNvPicPr>
            <a:picLocks noChangeAspect="1"/>
          </p:cNvPicPr>
          <p:nvPr/>
        </p:nvPicPr>
        <p:blipFill>
          <a:blip r:embed="rId3"/>
          <a:stretch>
            <a:fillRect/>
          </a:stretch>
        </p:blipFill>
        <p:spPr>
          <a:xfrm>
            <a:off x="508000" y="939800"/>
            <a:ext cx="1625600" cy="660400"/>
          </a:xfrm>
          <a:prstGeom prst="rect">
            <a:avLst/>
          </a:prstGeom>
        </p:spPr>
      </p:pic>
      <p:pic>
        <p:nvPicPr>
          <p:cNvPr id="4" name="cover fade 2" descr="01_cover_layer1.png"/>
          <p:cNvPicPr>
            <a:picLocks noChangeAspect="1"/>
          </p:cNvPicPr>
          <p:nvPr/>
        </p:nvPicPr>
        <p:blipFill>
          <a:blip r:embed="rId4"/>
          <a:stretch>
            <a:fillRect/>
          </a:stretch>
        </p:blipFill>
        <p:spPr>
          <a:xfrm>
            <a:off x="508000" y="1168400"/>
            <a:ext cx="7213600" cy="840680"/>
          </a:xfrm>
          <a:prstGeom prst="rect">
            <a:avLst/>
          </a:prstGeom>
        </p:spPr>
      </p:pic>
      <p:pic>
        <p:nvPicPr>
          <p:cNvPr id="5" name="cover rise 3" descr="01_cover_layer2.png"/>
          <p:cNvPicPr>
            <a:picLocks noChangeAspect="1"/>
          </p:cNvPicPr>
          <p:nvPr/>
        </p:nvPicPr>
        <p:blipFill>
          <a:blip r:embed="rId5"/>
          <a:stretch>
            <a:fillRect/>
          </a:stretch>
        </p:blipFill>
        <p:spPr>
          <a:xfrm>
            <a:off x="508000" y="1600200"/>
            <a:ext cx="7340600" cy="2453580"/>
          </a:xfrm>
          <a:prstGeom prst="rect">
            <a:avLst/>
          </a:prstGeom>
        </p:spPr>
      </p:pic>
      <p:pic>
        <p:nvPicPr>
          <p:cNvPr id="6" name="cover fade 4" descr="01_cover_layer3.png"/>
          <p:cNvPicPr>
            <a:picLocks noChangeAspect="1"/>
          </p:cNvPicPr>
          <p:nvPr/>
        </p:nvPicPr>
        <p:blipFill>
          <a:blip r:embed="rId6"/>
          <a:stretch>
            <a:fillRect/>
          </a:stretch>
        </p:blipFill>
        <p:spPr>
          <a:xfrm>
            <a:off x="508000" y="3632200"/>
            <a:ext cx="6959600" cy="929580"/>
          </a:xfrm>
          <a:prstGeom prst="rect">
            <a:avLst/>
          </a:prstGeom>
        </p:spPr>
      </p:pic>
      <p:pic>
        <p:nvPicPr>
          <p:cNvPr id="7" name="cover rise 5" descr="01_cover_layer4.png"/>
          <p:cNvPicPr>
            <a:picLocks noChangeAspect="1"/>
          </p:cNvPicPr>
          <p:nvPr/>
        </p:nvPicPr>
        <p:blipFill>
          <a:blip r:embed="rId7"/>
          <a:stretch>
            <a:fillRect/>
          </a:stretch>
        </p:blipFill>
        <p:spPr>
          <a:xfrm>
            <a:off x="508000" y="4330700"/>
            <a:ext cx="6959600" cy="1870472"/>
          </a:xfrm>
          <a:prstGeom prst="rect">
            <a:avLst/>
          </a:prstGeom>
        </p:spPr>
      </p:pic>
      <p:pic>
        <p:nvPicPr>
          <p:cNvPr id="8" name="!!hero" descr="01_cover_layer5.png"/>
          <p:cNvPicPr>
            <a:picLocks noChangeAspect="1"/>
          </p:cNvPicPr>
          <p:nvPr/>
        </p:nvPicPr>
        <p:blipFill>
          <a:blip r:embed="rId8"/>
          <a:stretch>
            <a:fillRect/>
          </a:stretch>
        </p:blipFill>
        <p:spPr>
          <a:xfrm>
            <a:off x="7137400" y="1282700"/>
            <a:ext cx="4546600" cy="41656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3" fill="hold">
                      <p:stCondLst>
                        <p:cond delay="indefinite"/>
                        <p:cond evt="onBegin" delay="0">
                          <p:tn val="2"/>
                        </p:cond>
                      </p:stCondLst>
                      <p:childTnLst>
                        <p:par>
                          <p:cTn id="6" fill="hold">
                            <p:stCondLst>
                              <p:cond delay="0"/>
                            </p:stCondLst>
                            <p:childTnLst>
                              <p:par>
                                <p:cTn id="3" presetID="22" presetClass="entr" presetSubtype="8"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left)">
                                      <p:cBhvr>
                                        <p:cTn id="5" dur="600"/>
                                        <p:tgtEl>
                                          <p:spTgt spid="3"/>
                                        </p:tgtEl>
                                      </p:cBhvr>
                                    </p:animEffect>
                                  </p:childTnLst>
                                </p:cTn>
                              </p:par>
                            </p:childTnLst>
                          </p:cTn>
                        </p:par>
                        <p:par>
                          <p:cTn id="10" fill="hold">
                            <p:stCondLst>
                              <p:cond delay="700"/>
                            </p:stCondLst>
                            <p:childTnLst>
                              <p:par>
                                <p:cTn id="7" presetID="10" presetClass="entr" presetSubtype="0" fill="hold" grpId="0" nodeType="after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500"/>
                                        <p:tgtEl>
                                          <p:spTgt spid="4"/>
                                        </p:tgtEl>
                                      </p:cBhvr>
                                    </p:animEffect>
                                  </p:childTnLst>
                                </p:cTn>
                              </p:par>
                            </p:childTnLst>
                          </p:cTn>
                        </p:par>
                        <p:par>
                          <p:cTn id="16" fill="hold">
                            <p:stCondLst>
                              <p:cond delay="1300"/>
                            </p:stCondLst>
                            <p:childTnLst>
                              <p:par>
                                <p:cTn id="11" presetID="42"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anim calcmode="lin" valueType="num">
                                      <p:cBhvr additive="base">
                                        <p:cTn id="14" dur="600" fill="hold"/>
                                        <p:tgtEl>
                                          <p:spTgt spid="5"/>
                                        </p:tgtEl>
                                        <p:attrNameLst>
                                          <p:attrName>ppt_x</p:attrName>
                                        </p:attrNameLst>
                                      </p:cBhvr>
                                      <p:tavLst>
                                        <p:tav tm="0">
                                          <p:val>
                                            <p:strVal val="#ppt_x"/>
                                          </p:val>
                                        </p:tav>
                                        <p:tav tm="100000">
                                          <p:val>
                                            <p:strVal val="#ppt_x"/>
                                          </p:val>
                                        </p:tav>
                                      </p:tavLst>
                                    </p:anim>
                                    <p:anim calcmode="lin" valueType="num">
                                      <p:cBhvr additive="base">
                                        <p:cTn id="15" dur="600" fill="hold"/>
                                        <p:tgtEl>
                                          <p:spTgt spid="5"/>
                                        </p:tgtEl>
                                        <p:attrNameLst>
                                          <p:attrName>ppt_y</p:attrName>
                                        </p:attrNameLst>
                                      </p:cBhvr>
                                      <p:tavLst>
                                        <p:tav tm="0">
                                          <p:val>
                                            <p:strVal val="#ppt_y+.1"/>
                                          </p:val>
                                        </p:tav>
                                        <p:tav tm="100000">
                                          <p:val>
                                            <p:strVal val="#ppt_y"/>
                                          </p:val>
                                        </p:tav>
                                      </p:tavLst>
                                    </p:anim>
                                  </p:childTnLst>
                                </p:cTn>
                              </p:par>
                            </p:childTnLst>
                          </p:cTn>
                        </p:par>
                        <p:par>
                          <p:cTn id="20" fill="hold">
                            <p:stCondLst>
                              <p:cond delay="2000"/>
                            </p:stCondLst>
                            <p:childTnLst>
                              <p:par>
                                <p:cTn id="17" presetID="10"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par>
                          <p:cTn id="26" fill="hold">
                            <p:stCondLst>
                              <p:cond delay="2600"/>
                            </p:stCondLst>
                            <p:childTnLst>
                              <p:par>
                                <p:cTn id="21" presetID="42" presetClass="entr" presetSubtype="0"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600"/>
                                        <p:tgtEl>
                                          <p:spTgt spid="7"/>
                                        </p:tgtEl>
                                      </p:cBhvr>
                                    </p:animEffect>
                                    <p:anim calcmode="lin" valueType="num">
                                      <p:cBhvr additive="base">
                                        <p:cTn id="24" dur="600" fill="hold"/>
                                        <p:tgtEl>
                                          <p:spTgt spid="7"/>
                                        </p:tgtEl>
                                        <p:attrNameLst>
                                          <p:attrName>ppt_x</p:attrName>
                                        </p:attrNameLst>
                                      </p:cBhvr>
                                      <p:tavLst>
                                        <p:tav tm="0">
                                          <p:val>
                                            <p:strVal val="#ppt_x"/>
                                          </p:val>
                                        </p:tav>
                                        <p:tav tm="100000">
                                          <p:val>
                                            <p:strVal val="#ppt_x"/>
                                          </p:val>
                                        </p:tav>
                                      </p:tavLst>
                                    </p:anim>
                                    <p:anim calcmode="lin" valueType="num">
                                      <p:cBhvr additive="base">
                                        <p:cTn id="25" dur="600" fill="hold"/>
                                        <p:tgtEl>
                                          <p:spTgt spid="7"/>
                                        </p:tgtEl>
                                        <p:attrNameLst>
                                          <p:attrName>ppt_y</p:attrName>
                                        </p:attrNameLst>
                                      </p:cBhvr>
                                      <p:tavLst>
                                        <p:tav tm="0">
                                          <p:val>
                                            <p:strVal val="#ppt_y+.1"/>
                                          </p:val>
                                        </p:tav>
                                        <p:tav tm="100000">
                                          <p:val>
                                            <p:strVal val="#ppt_y"/>
                                          </p:val>
                                        </p:tav>
                                      </p:tavLst>
                                    </p:anim>
                                  </p:childTnLst>
                                </p:cTn>
                              </p:par>
                            </p:childTnLst>
                          </p:cTn>
                        </p:par>
                        <p:par>
                          <p:cTn id="32" fill="hold">
                            <p:stCondLst>
                              <p:cond delay="3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ppt_w</p:attrName>
                                        </p:attrNameLst>
                                      </p:cBhvr>
                                      <p:tavLst>
                                        <p:tav tm="0">
                                          <p:val>
                                            <p:strVal val="0"/>
                                          </p:val>
                                        </p:tav>
                                        <p:tav tm="100000">
                                          <p:val>
                                            <p:strVal val="#ppt_w"/>
                                          </p:val>
                                        </p:tav>
                                      </p:tavLst>
                                    </p:anim>
                                    <p:anim calcmode="lin" valueType="num">
                                      <p:cBhvr additive="base">
                                        <p:cTn id="30" dur="500" fill="hold"/>
                                        <p:tgtEl>
                                          <p:spTgt spid="8"/>
                                        </p:tgtEl>
                                        <p:attrNameLst>
                                          <p:attrName>ppt_h</p:attrName>
                                        </p:attrNameLst>
                                      </p:cBhvr>
                                      <p:tavLst>
                                        <p:tav tm="0">
                                          <p:val>
                                            <p:strVal val="0"/>
                                          </p:val>
                                        </p:tav>
                                        <p:tav tm="100000">
                                          <p:val>
                                            <p:strVal val="#ppt_h"/>
                                          </p:val>
                                        </p:tav>
                                      </p:tavLst>
                                    </p:anim>
                                    <p:animEffect transition="in" filter="fade">
                                      <p:cBhvr>
                                        <p:cTn id="3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02_problem_bg.png"/>
          <p:cNvPicPr>
            <a:picLocks noChangeAspect="1"/>
          </p:cNvPicPr>
          <p:nvPr/>
        </p:nvPicPr>
        <p:blipFill>
          <a:blip r:embed="rId2"/>
          <a:stretch>
            <a:fillRect/>
          </a:stretch>
        </p:blipFill>
        <p:spPr>
          <a:xfrm>
            <a:off x="0" y="0"/>
            <a:ext cx="12192000" cy="6858000"/>
          </a:xfrm>
          <a:prstGeom prst="rect">
            <a:avLst/>
          </a:prstGeom>
        </p:spPr>
      </p:pic>
      <p:pic>
        <p:nvPicPr>
          <p:cNvPr id="3" name="problem rise 1" descr="02_problem_layer0.png"/>
          <p:cNvPicPr>
            <a:picLocks noChangeAspect="1"/>
          </p:cNvPicPr>
          <p:nvPr/>
        </p:nvPicPr>
        <p:blipFill>
          <a:blip r:embed="rId3"/>
          <a:stretch>
            <a:fillRect/>
          </a:stretch>
        </p:blipFill>
        <p:spPr>
          <a:xfrm>
            <a:off x="508000" y="1536700"/>
            <a:ext cx="6705600" cy="1417141"/>
          </a:xfrm>
          <a:prstGeom prst="rect">
            <a:avLst/>
          </a:prstGeom>
        </p:spPr>
      </p:pic>
      <p:pic>
        <p:nvPicPr>
          <p:cNvPr id="4" name="problem rise 2" descr="02_problem_layer1.png"/>
          <p:cNvPicPr>
            <a:picLocks noChangeAspect="1"/>
          </p:cNvPicPr>
          <p:nvPr/>
        </p:nvPicPr>
        <p:blipFill>
          <a:blip r:embed="rId4"/>
          <a:stretch>
            <a:fillRect/>
          </a:stretch>
        </p:blipFill>
        <p:spPr>
          <a:xfrm>
            <a:off x="508000" y="2552700"/>
            <a:ext cx="6705600" cy="1168301"/>
          </a:xfrm>
          <a:prstGeom prst="rect">
            <a:avLst/>
          </a:prstGeom>
        </p:spPr>
      </p:pic>
      <p:pic>
        <p:nvPicPr>
          <p:cNvPr id="5" name="problem rise 3" descr="02_problem_layer2.png"/>
          <p:cNvPicPr>
            <a:picLocks noChangeAspect="1"/>
          </p:cNvPicPr>
          <p:nvPr/>
        </p:nvPicPr>
        <p:blipFill>
          <a:blip r:embed="rId5"/>
          <a:stretch>
            <a:fillRect/>
          </a:stretch>
        </p:blipFill>
        <p:spPr>
          <a:xfrm>
            <a:off x="508000" y="3568700"/>
            <a:ext cx="6705600" cy="1417141"/>
          </a:xfrm>
          <a:prstGeom prst="rect">
            <a:avLst/>
          </a:prstGeom>
        </p:spPr>
      </p:pic>
      <p:pic>
        <p:nvPicPr>
          <p:cNvPr id="6" name="!!hero" descr="02_problem_layer3.png"/>
          <p:cNvPicPr>
            <a:picLocks noChangeAspect="1"/>
          </p:cNvPicPr>
          <p:nvPr/>
        </p:nvPicPr>
        <p:blipFill>
          <a:blip r:embed="rId6"/>
          <a:stretch>
            <a:fillRect/>
          </a:stretch>
        </p:blipFill>
        <p:spPr>
          <a:xfrm>
            <a:off x="7251700" y="1409700"/>
            <a:ext cx="4419600" cy="3594100"/>
          </a:xfrm>
          <a:prstGeom prst="rect">
            <a:avLst/>
          </a:prstGeom>
        </p:spPr>
      </p:pic>
      <p:pic>
        <p:nvPicPr>
          <p:cNvPr id="7" name="problem rise 4" descr="02_problem_layer4.png"/>
          <p:cNvPicPr>
            <a:picLocks noChangeAspect="1"/>
          </p:cNvPicPr>
          <p:nvPr/>
        </p:nvPicPr>
        <p:blipFill>
          <a:blip r:embed="rId7"/>
          <a:stretch>
            <a:fillRect/>
          </a:stretch>
        </p:blipFill>
        <p:spPr>
          <a:xfrm>
            <a:off x="508000" y="4711700"/>
            <a:ext cx="11176000" cy="88384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27" fill="hold">
                      <p:stCondLst>
                        <p:cond delay="indefinite"/>
                        <p:cond evt="onBegin" delay="0">
                          <p:tn val="2"/>
                        </p:cond>
                      </p:stCondLst>
                      <p:childTnLst>
                        <p:par>
                          <p:cTn id="8"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600"/>
                                        <p:tgtEl>
                                          <p:spTgt spid="3"/>
                                        </p:tgtEl>
                                      </p:cBhvr>
                                    </p:animEffect>
                                    <p:anim calcmode="lin" valueType="num">
                                      <p:cBhvr additive="base">
                                        <p:cTn id="6" dur="600" fill="hold"/>
                                        <p:tgtEl>
                                          <p:spTgt spid="3"/>
                                        </p:tgtEl>
                                        <p:attrNameLst>
                                          <p:attrName>ppt_x</p:attrName>
                                        </p:attrNameLst>
                                      </p:cBhvr>
                                      <p:tavLst>
                                        <p:tav tm="0">
                                          <p:val>
                                            <p:strVal val="#ppt_x"/>
                                          </p:val>
                                        </p:tav>
                                        <p:tav tm="100000">
                                          <p:val>
                                            <p:strVal val="#ppt_x"/>
                                          </p:val>
                                        </p:tav>
                                      </p:tavLst>
                                    </p:anim>
                                    <p:anim calcmode="lin" valueType="num">
                                      <p:cBhvr additive="base">
                                        <p:cTn id="7" dur="600" fill="hold"/>
                                        <p:tgtEl>
                                          <p:spTgt spid="3"/>
                                        </p:tgtEl>
                                        <p:attrNameLst>
                                          <p:attrName>ppt_y</p:attrName>
                                        </p:attrNameLst>
                                      </p:cBhvr>
                                      <p:tavLst>
                                        <p:tav tm="0">
                                          <p:val>
                                            <p:strVal val="#ppt_y+.1"/>
                                          </p:val>
                                        </p:tav>
                                        <p:tav tm="100000">
                                          <p:val>
                                            <p:strVal val="#ppt_y"/>
                                          </p:val>
                                        </p:tav>
                                      </p:tavLst>
                                    </p:anim>
                                  </p:childTnLst>
                                </p:cTn>
                              </p:par>
                            </p:childTnLst>
                          </p:cTn>
                        </p:par>
                        <p:par>
                          <p:cTn id="14" fill="hold">
                            <p:stCondLst>
                              <p:cond delay="700"/>
                            </p:stCondLst>
                            <p:childTnLst>
                              <p:par>
                                <p:cTn id="9" presetID="42"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600"/>
                                        <p:tgtEl>
                                          <p:spTgt spid="4"/>
                                        </p:tgtEl>
                                      </p:cBhvr>
                                    </p:animEffect>
                                    <p:anim calcmode="lin" valueType="num">
                                      <p:cBhvr additive="base">
                                        <p:cTn id="12" dur="600" fill="hold"/>
                                        <p:tgtEl>
                                          <p:spTgt spid="4"/>
                                        </p:tgtEl>
                                        <p:attrNameLst>
                                          <p:attrName>ppt_x</p:attrName>
                                        </p:attrNameLst>
                                      </p:cBhvr>
                                      <p:tavLst>
                                        <p:tav tm="0">
                                          <p:val>
                                            <p:strVal val="#ppt_x"/>
                                          </p:val>
                                        </p:tav>
                                        <p:tav tm="100000">
                                          <p:val>
                                            <p:strVal val="#ppt_x"/>
                                          </p:val>
                                        </p:tav>
                                      </p:tavLst>
                                    </p:anim>
                                    <p:anim calcmode="lin" valueType="num">
                                      <p:cBhvr additive="base">
                                        <p:cTn id="13" dur="600" fill="hold"/>
                                        <p:tgtEl>
                                          <p:spTgt spid="4"/>
                                        </p:tgtEl>
                                        <p:attrNameLst>
                                          <p:attrName>ppt_y</p:attrName>
                                        </p:attrNameLst>
                                      </p:cBhvr>
                                      <p:tavLst>
                                        <p:tav tm="0">
                                          <p:val>
                                            <p:strVal val="#ppt_y+.1"/>
                                          </p:val>
                                        </p:tav>
                                        <p:tav tm="100000">
                                          <p:val>
                                            <p:strVal val="#ppt_y"/>
                                          </p:val>
                                        </p:tav>
                                      </p:tavLst>
                                    </p:anim>
                                  </p:childTnLst>
                                </p:cTn>
                              </p:par>
                            </p:childTnLst>
                          </p:cTn>
                        </p:par>
                        <p:par>
                          <p:cTn id="20" fill="hold">
                            <p:stCondLst>
                              <p:cond delay="1400"/>
                            </p:stCondLst>
                            <p:childTnLst>
                              <p:par>
                                <p:cTn id="15" presetID="42" presetClass="entr" presetSubtype="0"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600"/>
                                        <p:tgtEl>
                                          <p:spTgt spid="5"/>
                                        </p:tgtEl>
                                      </p:cBhvr>
                                    </p:animEffect>
                                    <p:anim calcmode="lin" valueType="num">
                                      <p:cBhvr additive="base">
                                        <p:cTn id="18" dur="600" fill="hold"/>
                                        <p:tgtEl>
                                          <p:spTgt spid="5"/>
                                        </p:tgtEl>
                                        <p:attrNameLst>
                                          <p:attrName>ppt_x</p:attrName>
                                        </p:attrNameLst>
                                      </p:cBhvr>
                                      <p:tavLst>
                                        <p:tav tm="0">
                                          <p:val>
                                            <p:strVal val="#ppt_x"/>
                                          </p:val>
                                        </p:tav>
                                        <p:tav tm="100000">
                                          <p:val>
                                            <p:strVal val="#ppt_x"/>
                                          </p:val>
                                        </p:tav>
                                      </p:tavLst>
                                    </p:anim>
                                    <p:anim calcmode="lin" valueType="num">
                                      <p:cBhvr additive="base">
                                        <p:cTn id="19" dur="6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2100"/>
                            </p:stCondLst>
                            <p:childTnLst>
                              <p:par>
                                <p:cTn id="21" presetID="42" presetClass="entr" presetSubtype="0"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600"/>
                                        <p:tgtEl>
                                          <p:spTgt spid="7"/>
                                        </p:tgtEl>
                                      </p:cBhvr>
                                    </p:animEffect>
                                    <p:anim calcmode="lin" valueType="num">
                                      <p:cBhvr additive="base">
                                        <p:cTn id="24" dur="600" fill="hold"/>
                                        <p:tgtEl>
                                          <p:spTgt spid="7"/>
                                        </p:tgtEl>
                                        <p:attrNameLst>
                                          <p:attrName>ppt_x</p:attrName>
                                        </p:attrNameLst>
                                      </p:cBhvr>
                                      <p:tavLst>
                                        <p:tav tm="0">
                                          <p:val>
                                            <p:strVal val="#ppt_x"/>
                                          </p:val>
                                        </p:tav>
                                        <p:tav tm="100000">
                                          <p:val>
                                            <p:strVal val="#ppt_x"/>
                                          </p:val>
                                        </p:tav>
                                      </p:tavLst>
                                    </p:anim>
                                    <p:anim calcmode="lin" valueType="num">
                                      <p:cBhvr additive="base">
                                        <p:cTn id="25" dur="6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03_solution_bg.png"/>
          <p:cNvPicPr>
            <a:picLocks noChangeAspect="1"/>
          </p:cNvPicPr>
          <p:nvPr/>
        </p:nvPicPr>
        <p:blipFill>
          <a:blip r:embed="rId2"/>
          <a:stretch>
            <a:fillRect/>
          </a:stretch>
        </p:blipFill>
        <p:spPr>
          <a:xfrm>
            <a:off x="0" y="0"/>
            <a:ext cx="12192000" cy="6858000"/>
          </a:xfrm>
          <a:prstGeom prst="rect">
            <a:avLst/>
          </a:prstGeom>
        </p:spPr>
      </p:pic>
      <p:pic>
        <p:nvPicPr>
          <p:cNvPr id="3" name="solution rise 1" descr="03_solution_layer0.png"/>
          <p:cNvPicPr>
            <a:picLocks noChangeAspect="1"/>
          </p:cNvPicPr>
          <p:nvPr/>
        </p:nvPicPr>
        <p:blipFill>
          <a:blip r:embed="rId3"/>
          <a:stretch>
            <a:fillRect/>
          </a:stretch>
        </p:blipFill>
        <p:spPr>
          <a:xfrm>
            <a:off x="508000" y="1600200"/>
            <a:ext cx="5816600" cy="1432322"/>
          </a:xfrm>
          <a:prstGeom prst="rect">
            <a:avLst/>
          </a:prstGeom>
        </p:spPr>
      </p:pic>
      <p:pic>
        <p:nvPicPr>
          <p:cNvPr id="4" name="solution rise 2" descr="03_solution_layer1.png"/>
          <p:cNvPicPr>
            <a:picLocks noChangeAspect="1"/>
          </p:cNvPicPr>
          <p:nvPr/>
        </p:nvPicPr>
        <p:blipFill>
          <a:blip r:embed="rId4"/>
          <a:stretch>
            <a:fillRect/>
          </a:stretch>
        </p:blipFill>
        <p:spPr>
          <a:xfrm>
            <a:off x="508000" y="2806700"/>
            <a:ext cx="5816600" cy="1183481"/>
          </a:xfrm>
          <a:prstGeom prst="rect">
            <a:avLst/>
          </a:prstGeom>
        </p:spPr>
      </p:pic>
      <p:pic>
        <p:nvPicPr>
          <p:cNvPr id="5" name="solution rise 3" descr="03_solution_layer2.png"/>
          <p:cNvPicPr>
            <a:picLocks noChangeAspect="1"/>
          </p:cNvPicPr>
          <p:nvPr/>
        </p:nvPicPr>
        <p:blipFill>
          <a:blip r:embed="rId5"/>
          <a:stretch>
            <a:fillRect/>
          </a:stretch>
        </p:blipFill>
        <p:spPr>
          <a:xfrm>
            <a:off x="508000" y="3759200"/>
            <a:ext cx="5816600" cy="1432322"/>
          </a:xfrm>
          <a:prstGeom prst="rect">
            <a:avLst/>
          </a:prstGeom>
        </p:spPr>
      </p:pic>
      <p:pic>
        <p:nvPicPr>
          <p:cNvPr id="6" name="solution fade 4" descr="03_solution_layer3.png"/>
          <p:cNvPicPr>
            <a:picLocks noChangeAspect="1"/>
          </p:cNvPicPr>
          <p:nvPr/>
        </p:nvPicPr>
        <p:blipFill>
          <a:blip r:embed="rId6"/>
          <a:stretch>
            <a:fillRect/>
          </a:stretch>
        </p:blipFill>
        <p:spPr>
          <a:xfrm>
            <a:off x="508000" y="5092700"/>
            <a:ext cx="5816600" cy="858441"/>
          </a:xfrm>
          <a:prstGeom prst="rect">
            <a:avLst/>
          </a:prstGeom>
        </p:spPr>
      </p:pic>
      <p:pic>
        <p:nvPicPr>
          <p:cNvPr id="7" name="solution right 5" descr="03_solution_layer4.png"/>
          <p:cNvPicPr>
            <a:picLocks noChangeAspect="1"/>
          </p:cNvPicPr>
          <p:nvPr/>
        </p:nvPicPr>
        <p:blipFill>
          <a:blip r:embed="rId7"/>
          <a:stretch>
            <a:fillRect/>
          </a:stretch>
        </p:blipFill>
        <p:spPr>
          <a:xfrm>
            <a:off x="6235700" y="1600200"/>
            <a:ext cx="2908300" cy="4165600"/>
          </a:xfrm>
          <a:prstGeom prst="rect">
            <a:avLst/>
          </a:prstGeom>
        </p:spPr>
      </p:pic>
      <p:pic>
        <p:nvPicPr>
          <p:cNvPr id="8" name="solution right 6" descr="03_solution_layer5.png"/>
          <p:cNvPicPr>
            <a:picLocks noChangeAspect="1"/>
          </p:cNvPicPr>
          <p:nvPr/>
        </p:nvPicPr>
        <p:blipFill>
          <a:blip r:embed="rId8"/>
          <a:stretch>
            <a:fillRect/>
          </a:stretch>
        </p:blipFill>
        <p:spPr>
          <a:xfrm>
            <a:off x="8839200" y="1409700"/>
            <a:ext cx="2419350" cy="4546600"/>
          </a:xfrm>
          <a:prstGeom prst="rect">
            <a:avLst/>
          </a:prstGeom>
        </p:spPr>
      </p:pic>
    </p:spTree>
  </p:cSld>
  <p:clrMapOvr>
    <a:masterClrMapping/>
  </p:clrMapOvr>
  <p:transition spd="med">
    <p:push dir="u"/>
  </p:transition>
  <p:timing>
    <p:tnLst>
      <p:par>
        <p:cTn id="1" dur="indefinite" restart="never" nodeType="tmRoot">
          <p:childTnLst>
            <p:seq concurrent="1" nextAc="seek">
              <p:cTn id="2" dur="indefinite" nodeType="mainSeq">
                <p:childTnLst>
                  <p:par>
                    <p:cTn id="35" fill="hold">
                      <p:stCondLst>
                        <p:cond delay="indefinite"/>
                        <p:cond evt="onBegin" delay="0">
                          <p:tn val="2"/>
                        </p:cond>
                      </p:stCondLst>
                      <p:childTnLst>
                        <p:par>
                          <p:cTn id="8"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600"/>
                                        <p:tgtEl>
                                          <p:spTgt spid="3"/>
                                        </p:tgtEl>
                                      </p:cBhvr>
                                    </p:animEffect>
                                    <p:anim calcmode="lin" valueType="num">
                                      <p:cBhvr additive="base">
                                        <p:cTn id="6" dur="600" fill="hold"/>
                                        <p:tgtEl>
                                          <p:spTgt spid="3"/>
                                        </p:tgtEl>
                                        <p:attrNameLst>
                                          <p:attrName>ppt_x</p:attrName>
                                        </p:attrNameLst>
                                      </p:cBhvr>
                                      <p:tavLst>
                                        <p:tav tm="0">
                                          <p:val>
                                            <p:strVal val="#ppt_x"/>
                                          </p:val>
                                        </p:tav>
                                        <p:tav tm="100000">
                                          <p:val>
                                            <p:strVal val="#ppt_x"/>
                                          </p:val>
                                        </p:tav>
                                      </p:tavLst>
                                    </p:anim>
                                    <p:anim calcmode="lin" valueType="num">
                                      <p:cBhvr additive="base">
                                        <p:cTn id="7" dur="600" fill="hold"/>
                                        <p:tgtEl>
                                          <p:spTgt spid="3"/>
                                        </p:tgtEl>
                                        <p:attrNameLst>
                                          <p:attrName>ppt_y</p:attrName>
                                        </p:attrNameLst>
                                      </p:cBhvr>
                                      <p:tavLst>
                                        <p:tav tm="0">
                                          <p:val>
                                            <p:strVal val="#ppt_y+.1"/>
                                          </p:val>
                                        </p:tav>
                                        <p:tav tm="100000">
                                          <p:val>
                                            <p:strVal val="#ppt_y"/>
                                          </p:val>
                                        </p:tav>
                                      </p:tavLst>
                                    </p:anim>
                                  </p:childTnLst>
                                </p:cTn>
                              </p:par>
                            </p:childTnLst>
                          </p:cTn>
                        </p:par>
                        <p:par>
                          <p:cTn id="14" fill="hold">
                            <p:stCondLst>
                              <p:cond delay="700"/>
                            </p:stCondLst>
                            <p:childTnLst>
                              <p:par>
                                <p:cTn id="9" presetID="42"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600"/>
                                        <p:tgtEl>
                                          <p:spTgt spid="4"/>
                                        </p:tgtEl>
                                      </p:cBhvr>
                                    </p:animEffect>
                                    <p:anim calcmode="lin" valueType="num">
                                      <p:cBhvr additive="base">
                                        <p:cTn id="12" dur="600" fill="hold"/>
                                        <p:tgtEl>
                                          <p:spTgt spid="4"/>
                                        </p:tgtEl>
                                        <p:attrNameLst>
                                          <p:attrName>ppt_x</p:attrName>
                                        </p:attrNameLst>
                                      </p:cBhvr>
                                      <p:tavLst>
                                        <p:tav tm="0">
                                          <p:val>
                                            <p:strVal val="#ppt_x"/>
                                          </p:val>
                                        </p:tav>
                                        <p:tav tm="100000">
                                          <p:val>
                                            <p:strVal val="#ppt_x"/>
                                          </p:val>
                                        </p:tav>
                                      </p:tavLst>
                                    </p:anim>
                                    <p:anim calcmode="lin" valueType="num">
                                      <p:cBhvr additive="base">
                                        <p:cTn id="13" dur="600" fill="hold"/>
                                        <p:tgtEl>
                                          <p:spTgt spid="4"/>
                                        </p:tgtEl>
                                        <p:attrNameLst>
                                          <p:attrName>ppt_y</p:attrName>
                                        </p:attrNameLst>
                                      </p:cBhvr>
                                      <p:tavLst>
                                        <p:tav tm="0">
                                          <p:val>
                                            <p:strVal val="#ppt_y+.1"/>
                                          </p:val>
                                        </p:tav>
                                        <p:tav tm="100000">
                                          <p:val>
                                            <p:strVal val="#ppt_y"/>
                                          </p:val>
                                        </p:tav>
                                      </p:tavLst>
                                    </p:anim>
                                  </p:childTnLst>
                                </p:cTn>
                              </p:par>
                            </p:childTnLst>
                          </p:cTn>
                        </p:par>
                        <p:par>
                          <p:cTn id="20" fill="hold">
                            <p:stCondLst>
                              <p:cond delay="1400"/>
                            </p:stCondLst>
                            <p:childTnLst>
                              <p:par>
                                <p:cTn id="15" presetID="42" presetClass="entr" presetSubtype="0"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600"/>
                                        <p:tgtEl>
                                          <p:spTgt spid="5"/>
                                        </p:tgtEl>
                                      </p:cBhvr>
                                    </p:animEffect>
                                    <p:anim calcmode="lin" valueType="num">
                                      <p:cBhvr additive="base">
                                        <p:cTn id="18" dur="600" fill="hold"/>
                                        <p:tgtEl>
                                          <p:spTgt spid="5"/>
                                        </p:tgtEl>
                                        <p:attrNameLst>
                                          <p:attrName>ppt_x</p:attrName>
                                        </p:attrNameLst>
                                      </p:cBhvr>
                                      <p:tavLst>
                                        <p:tav tm="0">
                                          <p:val>
                                            <p:strVal val="#ppt_x"/>
                                          </p:val>
                                        </p:tav>
                                        <p:tav tm="100000">
                                          <p:val>
                                            <p:strVal val="#ppt_x"/>
                                          </p:val>
                                        </p:tav>
                                      </p:tavLst>
                                    </p:anim>
                                    <p:anim calcmode="lin" valueType="num">
                                      <p:cBhvr additive="base">
                                        <p:cTn id="19" dur="600" fill="hold"/>
                                        <p:tgtEl>
                                          <p:spTgt spid="5"/>
                                        </p:tgtEl>
                                        <p:attrNameLst>
                                          <p:attrName>ppt_y</p:attrName>
                                        </p:attrNameLst>
                                      </p:cBhvr>
                                      <p:tavLst>
                                        <p:tav tm="0">
                                          <p:val>
                                            <p:strVal val="#ppt_y+.1"/>
                                          </p:val>
                                        </p:tav>
                                        <p:tav tm="100000">
                                          <p:val>
                                            <p:strVal val="#ppt_y"/>
                                          </p:val>
                                        </p:tav>
                                      </p:tavLst>
                                    </p:anim>
                                  </p:childTnLst>
                                </p:cTn>
                              </p:par>
                            </p:childTnLst>
                          </p:cTn>
                        </p:par>
                        <p:par>
                          <p:cTn id="24" fill="hold">
                            <p:stCondLst>
                              <p:cond delay="2100"/>
                            </p:stCondLst>
                            <p:childTnLst>
                              <p:par>
                                <p:cTn id="21" presetID="10" presetClass="entr" presetSubtype="0"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par>
                          <p:cTn id="29" fill="hold">
                            <p:stCondLst>
                              <p:cond delay="2700"/>
                            </p:stCondLst>
                            <p:childTnLst>
                              <p:par>
                                <p:cTn id="25" presetID="2" presetClass="entr" presetSubtype="2"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700" fill="hold"/>
                                        <p:tgtEl>
                                          <p:spTgt spid="7"/>
                                        </p:tgtEl>
                                        <p:attrNameLst>
                                          <p:attrName>ppt_x</p:attrName>
                                        </p:attrNameLst>
                                      </p:cBhvr>
                                      <p:tavLst>
                                        <p:tav tm="0">
                                          <p:val>
                                            <p:strVal val="1+#ppt_w/2"/>
                                          </p:val>
                                        </p:tav>
                                        <p:tav tm="100000">
                                          <p:val>
                                            <p:strVal val="#ppt_x"/>
                                          </p:val>
                                        </p:tav>
                                      </p:tavLst>
                                    </p:anim>
                                    <p:anim calcmode="lin" valueType="num">
                                      <p:cBhvr additive="base">
                                        <p:cTn id="28" dur="700" fill="hold"/>
                                        <p:tgtEl>
                                          <p:spTgt spid="7"/>
                                        </p:tgtEl>
                                        <p:attrNameLst>
                                          <p:attrName>ppt_y</p:attrName>
                                        </p:attrNameLst>
                                      </p:cBhvr>
                                      <p:tavLst>
                                        <p:tav tm="0">
                                          <p:val>
                                            <p:strVal val="#ppt_y"/>
                                          </p:val>
                                        </p:tav>
                                        <p:tav tm="100000">
                                          <p:val>
                                            <p:strVal val="#ppt_y"/>
                                          </p:val>
                                        </p:tav>
                                      </p:tavLst>
                                    </p:anim>
                                  </p:childTnLst>
                                </p:cTn>
                              </p:par>
                            </p:childTnLst>
                          </p:cTn>
                        </p:par>
                        <p:par>
                          <p:cTn id="34" fill="hold">
                            <p:stCondLst>
                              <p:cond delay="3500"/>
                            </p:stCondLst>
                            <p:childTnLst>
                              <p:par>
                                <p:cTn id="30" presetID="2" presetClass="entr" presetSubtype="2" fill="hold" grpId="0" nodeType="after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700" fill="hold"/>
                                        <p:tgtEl>
                                          <p:spTgt spid="8"/>
                                        </p:tgtEl>
                                        <p:attrNameLst>
                                          <p:attrName>ppt_x</p:attrName>
                                        </p:attrNameLst>
                                      </p:cBhvr>
                                      <p:tavLst>
                                        <p:tav tm="0">
                                          <p:val>
                                            <p:strVal val="1+#ppt_w/2"/>
                                          </p:val>
                                        </p:tav>
                                        <p:tav tm="100000">
                                          <p:val>
                                            <p:strVal val="#ppt_x"/>
                                          </p:val>
                                        </p:tav>
                                      </p:tavLst>
                                    </p:anim>
                                    <p:anim calcmode="lin" valueType="num">
                                      <p:cBhvr additive="base">
                                        <p:cTn id="33" dur="7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04_data_bg.png"/>
          <p:cNvPicPr>
            <a:picLocks noChangeAspect="1"/>
          </p:cNvPicPr>
          <p:nvPr/>
        </p:nvPicPr>
        <p:blipFill>
          <a:blip r:embed="rId2"/>
          <a:stretch>
            <a:fillRect/>
          </a:stretch>
        </p:blipFill>
        <p:spPr>
          <a:xfrm>
            <a:off x="0" y="0"/>
            <a:ext cx="12192000" cy="6858000"/>
          </a:xfrm>
          <a:prstGeom prst="rect">
            <a:avLst/>
          </a:prstGeom>
        </p:spPr>
      </p:pic>
      <p:pic>
        <p:nvPicPr>
          <p:cNvPr id="3" name="data pop 1" descr="04_data_layer0.png"/>
          <p:cNvPicPr>
            <a:picLocks noChangeAspect="1"/>
          </p:cNvPicPr>
          <p:nvPr/>
        </p:nvPicPr>
        <p:blipFill>
          <a:blip r:embed="rId3"/>
          <a:stretch>
            <a:fillRect/>
          </a:stretch>
        </p:blipFill>
        <p:spPr>
          <a:xfrm>
            <a:off x="508000" y="1536700"/>
            <a:ext cx="5435600" cy="1544241"/>
          </a:xfrm>
          <a:prstGeom prst="rect">
            <a:avLst/>
          </a:prstGeom>
        </p:spPr>
      </p:pic>
      <p:pic>
        <p:nvPicPr>
          <p:cNvPr id="4" name="data pop 2" descr="04_data_layer1.png"/>
          <p:cNvPicPr>
            <a:picLocks noChangeAspect="1"/>
          </p:cNvPicPr>
          <p:nvPr/>
        </p:nvPicPr>
        <p:blipFill>
          <a:blip r:embed="rId4"/>
          <a:stretch>
            <a:fillRect/>
          </a:stretch>
        </p:blipFill>
        <p:spPr>
          <a:xfrm>
            <a:off x="508000" y="2679700"/>
            <a:ext cx="5435600" cy="1544241"/>
          </a:xfrm>
          <a:prstGeom prst="rect">
            <a:avLst/>
          </a:prstGeom>
        </p:spPr>
      </p:pic>
      <p:pic>
        <p:nvPicPr>
          <p:cNvPr id="5" name="data pop 3" descr="04_data_layer2.png"/>
          <p:cNvPicPr>
            <a:picLocks noChangeAspect="1"/>
          </p:cNvPicPr>
          <p:nvPr/>
        </p:nvPicPr>
        <p:blipFill>
          <a:blip r:embed="rId5"/>
          <a:stretch>
            <a:fillRect/>
          </a:stretch>
        </p:blipFill>
        <p:spPr>
          <a:xfrm>
            <a:off x="508000" y="3822700"/>
            <a:ext cx="5435600" cy="1544241"/>
          </a:xfrm>
          <a:prstGeom prst="rect">
            <a:avLst/>
          </a:prstGeom>
        </p:spPr>
      </p:pic>
      <p:pic>
        <p:nvPicPr>
          <p:cNvPr id="6" name="data fade 4" descr="04_data_layer3.png"/>
          <p:cNvPicPr>
            <a:picLocks noChangeAspect="1"/>
          </p:cNvPicPr>
          <p:nvPr/>
        </p:nvPicPr>
        <p:blipFill>
          <a:blip r:embed="rId6"/>
          <a:stretch>
            <a:fillRect/>
          </a:stretch>
        </p:blipFill>
        <p:spPr>
          <a:xfrm>
            <a:off x="5918200" y="1536700"/>
            <a:ext cx="5689600" cy="4165600"/>
          </a:xfrm>
          <a:prstGeom prst="rect">
            <a:avLst/>
          </a:prstGeom>
        </p:spPr>
      </p:pic>
      <p:pic>
        <p:nvPicPr>
          <p:cNvPr id="7" name="data fade 5" descr="04_data_layer4.png"/>
          <p:cNvPicPr>
            <a:picLocks noChangeAspect="1"/>
          </p:cNvPicPr>
          <p:nvPr/>
        </p:nvPicPr>
        <p:blipFill>
          <a:blip r:embed="rId7"/>
          <a:stretch>
            <a:fillRect/>
          </a:stretch>
        </p:blipFill>
        <p:spPr>
          <a:xfrm>
            <a:off x="5918200" y="5207000"/>
            <a:ext cx="5765800" cy="82292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29" fill="hold">
                      <p:stCondLst>
                        <p:cond delay="indefinite"/>
                        <p:cond evt="onBegin" delay="0">
                          <p:tn val="2"/>
                        </p:cond>
                      </p:stCondLst>
                      <p:childTnLst>
                        <p:par>
                          <p:cTn id="8" fill="hold">
                            <p:stCondLst>
                              <p:cond delay="0"/>
                            </p:stCondLst>
                            <p:childTnLst>
                              <p:par>
                                <p:cTn id="3" presetID="53" presetClass="entr" presetSubtype="16"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additive="base">
                                        <p:cTn id="5" dur="500" fill="hold"/>
                                        <p:tgtEl>
                                          <p:spTgt spid="3"/>
                                        </p:tgtEl>
                                        <p:attrNameLst>
                                          <p:attrName>ppt_w</p:attrName>
                                        </p:attrNameLst>
                                      </p:cBhvr>
                                      <p:tavLst>
                                        <p:tav tm="0">
                                          <p:val>
                                            <p:strVal val="0"/>
                                          </p:val>
                                        </p:tav>
                                        <p:tav tm="100000">
                                          <p:val>
                                            <p:strVal val="#ppt_w"/>
                                          </p:val>
                                        </p:tav>
                                      </p:tavLst>
                                    </p:anim>
                                    <p:anim calcmode="lin" valueType="num">
                                      <p:cBhvr additive="base">
                                        <p:cTn id="6" dur="500" fill="hold"/>
                                        <p:tgtEl>
                                          <p:spTgt spid="3"/>
                                        </p:tgtEl>
                                        <p:attrNameLst>
                                          <p:attrName>ppt_h</p:attrName>
                                        </p:attrNameLst>
                                      </p:cBhvr>
                                      <p:tavLst>
                                        <p:tav tm="0">
                                          <p:val>
                                            <p:strVal val="0"/>
                                          </p:val>
                                        </p:tav>
                                        <p:tav tm="100000">
                                          <p:val>
                                            <p:strVal val="#ppt_h"/>
                                          </p:val>
                                        </p:tav>
                                      </p:tavLst>
                                    </p:anim>
                                    <p:animEffect transition="in" filter="fade">
                                      <p:cBhvr>
                                        <p:cTn id="7" dur="500"/>
                                        <p:tgtEl>
                                          <p:spTgt spid="3"/>
                                        </p:tgtEl>
                                      </p:cBhvr>
                                    </p:animEffect>
                                  </p:childTnLst>
                                </p:cTn>
                              </p:par>
                            </p:childTnLst>
                          </p:cTn>
                        </p:par>
                        <p:par>
                          <p:cTn id="14" fill="hold">
                            <p:stCondLst>
                              <p:cond delay="600"/>
                            </p:stCondLst>
                            <p:childTnLst>
                              <p:par>
                                <p:cTn id="9" presetID="53" presetClass="entr" presetSubtype="16"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ppt_w</p:attrName>
                                        </p:attrNameLst>
                                      </p:cBhvr>
                                      <p:tavLst>
                                        <p:tav tm="0">
                                          <p:val>
                                            <p:strVal val="0"/>
                                          </p:val>
                                        </p:tav>
                                        <p:tav tm="100000">
                                          <p:val>
                                            <p:strVal val="#ppt_w"/>
                                          </p:val>
                                        </p:tav>
                                      </p:tavLst>
                                    </p:anim>
                                    <p:anim calcmode="lin" valueType="num">
                                      <p:cBhvr additive="base">
                                        <p:cTn id="12" dur="500" fill="hold"/>
                                        <p:tgtEl>
                                          <p:spTgt spid="4"/>
                                        </p:tgtEl>
                                        <p:attrNameLst>
                                          <p:attrName>ppt_h</p:attrName>
                                        </p:attrNameLst>
                                      </p:cBhvr>
                                      <p:tavLst>
                                        <p:tav tm="0">
                                          <p:val>
                                            <p:strVal val="0"/>
                                          </p:val>
                                        </p:tav>
                                        <p:tav tm="100000">
                                          <p:val>
                                            <p:strVal val="#ppt_h"/>
                                          </p:val>
                                        </p:tav>
                                      </p:tavLst>
                                    </p:anim>
                                    <p:animEffect transition="in" filter="fade">
                                      <p:cBhvr>
                                        <p:cTn id="13" dur="500"/>
                                        <p:tgtEl>
                                          <p:spTgt spid="4"/>
                                        </p:tgtEl>
                                      </p:cBhvr>
                                    </p:animEffect>
                                  </p:childTnLst>
                                </p:cTn>
                              </p:par>
                            </p:childTnLst>
                          </p:cTn>
                        </p:par>
                        <p:par>
                          <p:cTn id="20" fill="hold">
                            <p:stCondLst>
                              <p:cond delay="1200"/>
                            </p:stCondLst>
                            <p:childTnLst>
                              <p:par>
                                <p:cTn id="15" presetID="53" presetClass="entr" presetSubtype="16"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ppt_w</p:attrName>
                                        </p:attrNameLst>
                                      </p:cBhvr>
                                      <p:tavLst>
                                        <p:tav tm="0">
                                          <p:val>
                                            <p:strVal val="0"/>
                                          </p:val>
                                        </p:tav>
                                        <p:tav tm="100000">
                                          <p:val>
                                            <p:strVal val="#ppt_w"/>
                                          </p:val>
                                        </p:tav>
                                      </p:tavLst>
                                    </p:anim>
                                    <p:anim calcmode="lin" valueType="num">
                                      <p:cBhvr additive="base">
                                        <p:cTn id="18" dur="500" fill="hold"/>
                                        <p:tgtEl>
                                          <p:spTgt spid="5"/>
                                        </p:tgtEl>
                                        <p:attrNameLst>
                                          <p:attrName>ppt_h</p:attrName>
                                        </p:attrNameLst>
                                      </p:cBhvr>
                                      <p:tavLst>
                                        <p:tav tm="0">
                                          <p:val>
                                            <p:strVal val="0"/>
                                          </p:val>
                                        </p:tav>
                                        <p:tav tm="100000">
                                          <p:val>
                                            <p:strVal val="#ppt_h"/>
                                          </p:val>
                                        </p:tav>
                                      </p:tavLst>
                                    </p:anim>
                                    <p:animEffect transition="in" filter="fade">
                                      <p:cBhvr>
                                        <p:cTn id="19" dur="500"/>
                                        <p:tgtEl>
                                          <p:spTgt spid="5"/>
                                        </p:tgtEl>
                                      </p:cBhvr>
                                    </p:animEffect>
                                  </p:childTnLst>
                                </p:cTn>
                              </p:par>
                            </p:childTnLst>
                          </p:cTn>
                        </p:par>
                        <p:par>
                          <p:cTn id="24" fill="hold">
                            <p:stCondLst>
                              <p:cond delay="1800"/>
                            </p:stCondLst>
                            <p:childTnLst>
                              <p:par>
                                <p:cTn id="21" presetID="10" presetClass="entr" presetSubtype="0"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par>
                          <p:cTn id="28" fill="hold">
                            <p:stCondLst>
                              <p:cond delay="2400"/>
                            </p:stCondLst>
                            <p:childTnLst>
                              <p:par>
                                <p:cTn id="25" presetID="10" presetClass="entr" presetSubtype="0"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05_drivers_bg.png"/>
          <p:cNvPicPr>
            <a:picLocks noChangeAspect="1"/>
          </p:cNvPicPr>
          <p:nvPr/>
        </p:nvPicPr>
        <p:blipFill>
          <a:blip r:embed="rId2"/>
          <a:stretch>
            <a:fillRect/>
          </a:stretch>
        </p:blipFill>
        <p:spPr>
          <a:xfrm>
            <a:off x="0" y="0"/>
            <a:ext cx="12192000" cy="6858000"/>
          </a:xfrm>
          <a:prstGeom prst="rect">
            <a:avLst/>
          </a:prstGeom>
        </p:spPr>
      </p:pic>
      <p:pic>
        <p:nvPicPr>
          <p:cNvPr id="3" name="drivers left 1" descr="05_drivers_layer0.png"/>
          <p:cNvPicPr>
            <a:picLocks noChangeAspect="1"/>
          </p:cNvPicPr>
          <p:nvPr/>
        </p:nvPicPr>
        <p:blipFill>
          <a:blip r:embed="rId3"/>
          <a:stretch>
            <a:fillRect/>
          </a:stretch>
        </p:blipFill>
        <p:spPr>
          <a:xfrm>
            <a:off x="3505200" y="1612900"/>
            <a:ext cx="6324600" cy="965200"/>
          </a:xfrm>
          <a:prstGeom prst="rect">
            <a:avLst/>
          </a:prstGeom>
        </p:spPr>
      </p:pic>
      <p:pic>
        <p:nvPicPr>
          <p:cNvPr id="4" name="drivers fade 1" descr="05_drivers_layer1.png"/>
          <p:cNvPicPr>
            <a:picLocks noChangeAspect="1"/>
          </p:cNvPicPr>
          <p:nvPr/>
        </p:nvPicPr>
        <p:blipFill>
          <a:blip r:embed="rId4"/>
          <a:stretch>
            <a:fillRect/>
          </a:stretch>
        </p:blipFill>
        <p:spPr>
          <a:xfrm>
            <a:off x="9372600" y="1663700"/>
            <a:ext cx="1371600" cy="894060"/>
          </a:xfrm>
          <a:prstGeom prst="rect">
            <a:avLst/>
          </a:prstGeom>
        </p:spPr>
      </p:pic>
      <p:pic>
        <p:nvPicPr>
          <p:cNvPr id="5" name="drivers left 2" descr="05_drivers_layer2.png"/>
          <p:cNvPicPr>
            <a:picLocks noChangeAspect="1"/>
          </p:cNvPicPr>
          <p:nvPr/>
        </p:nvPicPr>
        <p:blipFill>
          <a:blip r:embed="rId5"/>
          <a:stretch>
            <a:fillRect/>
          </a:stretch>
        </p:blipFill>
        <p:spPr>
          <a:xfrm>
            <a:off x="3505200" y="2222500"/>
            <a:ext cx="5035550" cy="965200"/>
          </a:xfrm>
          <a:prstGeom prst="rect">
            <a:avLst/>
          </a:prstGeom>
        </p:spPr>
      </p:pic>
      <p:pic>
        <p:nvPicPr>
          <p:cNvPr id="6" name="drivers fade 2" descr="05_drivers_layer3.png"/>
          <p:cNvPicPr>
            <a:picLocks noChangeAspect="1"/>
          </p:cNvPicPr>
          <p:nvPr/>
        </p:nvPicPr>
        <p:blipFill>
          <a:blip r:embed="rId6"/>
          <a:stretch>
            <a:fillRect/>
          </a:stretch>
        </p:blipFill>
        <p:spPr>
          <a:xfrm>
            <a:off x="8083550" y="2273300"/>
            <a:ext cx="1371600" cy="894060"/>
          </a:xfrm>
          <a:prstGeom prst="rect">
            <a:avLst/>
          </a:prstGeom>
        </p:spPr>
      </p:pic>
      <p:pic>
        <p:nvPicPr>
          <p:cNvPr id="7" name="drivers left 3" descr="05_drivers_layer4.png"/>
          <p:cNvPicPr>
            <a:picLocks noChangeAspect="1"/>
          </p:cNvPicPr>
          <p:nvPr/>
        </p:nvPicPr>
        <p:blipFill>
          <a:blip r:embed="rId7"/>
          <a:stretch>
            <a:fillRect/>
          </a:stretch>
        </p:blipFill>
        <p:spPr>
          <a:xfrm>
            <a:off x="3505200" y="2832100"/>
            <a:ext cx="5003800" cy="965200"/>
          </a:xfrm>
          <a:prstGeom prst="rect">
            <a:avLst/>
          </a:prstGeom>
        </p:spPr>
      </p:pic>
      <p:pic>
        <p:nvPicPr>
          <p:cNvPr id="8" name="drivers fade 3" descr="05_drivers_layer5.png"/>
          <p:cNvPicPr>
            <a:picLocks noChangeAspect="1"/>
          </p:cNvPicPr>
          <p:nvPr/>
        </p:nvPicPr>
        <p:blipFill>
          <a:blip r:embed="rId8"/>
          <a:stretch>
            <a:fillRect/>
          </a:stretch>
        </p:blipFill>
        <p:spPr>
          <a:xfrm>
            <a:off x="8051800" y="2882900"/>
            <a:ext cx="1371600" cy="894060"/>
          </a:xfrm>
          <a:prstGeom prst="rect">
            <a:avLst/>
          </a:prstGeom>
        </p:spPr>
      </p:pic>
      <p:pic>
        <p:nvPicPr>
          <p:cNvPr id="9" name="drivers left 4" descr="05_drivers_layer6.png"/>
          <p:cNvPicPr>
            <a:picLocks noChangeAspect="1"/>
          </p:cNvPicPr>
          <p:nvPr/>
        </p:nvPicPr>
        <p:blipFill>
          <a:blip r:embed="rId9"/>
          <a:stretch>
            <a:fillRect/>
          </a:stretch>
        </p:blipFill>
        <p:spPr>
          <a:xfrm>
            <a:off x="3505200" y="3441700"/>
            <a:ext cx="4076700" cy="965200"/>
          </a:xfrm>
          <a:prstGeom prst="rect">
            <a:avLst/>
          </a:prstGeom>
        </p:spPr>
      </p:pic>
      <p:pic>
        <p:nvPicPr>
          <p:cNvPr id="10" name="drivers fade 4" descr="05_drivers_layer7.png"/>
          <p:cNvPicPr>
            <a:picLocks noChangeAspect="1"/>
          </p:cNvPicPr>
          <p:nvPr/>
        </p:nvPicPr>
        <p:blipFill>
          <a:blip r:embed="rId10"/>
          <a:stretch>
            <a:fillRect/>
          </a:stretch>
        </p:blipFill>
        <p:spPr>
          <a:xfrm>
            <a:off x="7124700" y="3492500"/>
            <a:ext cx="1371600" cy="894060"/>
          </a:xfrm>
          <a:prstGeom prst="rect">
            <a:avLst/>
          </a:prstGeom>
        </p:spPr>
      </p:pic>
      <p:pic>
        <p:nvPicPr>
          <p:cNvPr id="11" name="drivers left 5" descr="05_drivers_layer8.png"/>
          <p:cNvPicPr>
            <a:picLocks noChangeAspect="1"/>
          </p:cNvPicPr>
          <p:nvPr/>
        </p:nvPicPr>
        <p:blipFill>
          <a:blip r:embed="rId11"/>
          <a:stretch>
            <a:fillRect/>
          </a:stretch>
        </p:blipFill>
        <p:spPr>
          <a:xfrm>
            <a:off x="3505200" y="4051300"/>
            <a:ext cx="4292600" cy="965200"/>
          </a:xfrm>
          <a:prstGeom prst="rect">
            <a:avLst/>
          </a:prstGeom>
        </p:spPr>
      </p:pic>
      <p:pic>
        <p:nvPicPr>
          <p:cNvPr id="12" name="drivers fade 5" descr="05_drivers_layer9.png"/>
          <p:cNvPicPr>
            <a:picLocks noChangeAspect="1"/>
          </p:cNvPicPr>
          <p:nvPr/>
        </p:nvPicPr>
        <p:blipFill>
          <a:blip r:embed="rId12"/>
          <a:stretch>
            <a:fillRect/>
          </a:stretch>
        </p:blipFill>
        <p:spPr>
          <a:xfrm>
            <a:off x="7340600" y="4102100"/>
            <a:ext cx="1371600" cy="894060"/>
          </a:xfrm>
          <a:prstGeom prst="rect">
            <a:avLst/>
          </a:prstGeom>
        </p:spPr>
      </p:pic>
      <p:pic>
        <p:nvPicPr>
          <p:cNvPr id="13" name="drivers fade 6" descr="05_drivers_layer10.png"/>
          <p:cNvPicPr>
            <a:picLocks noChangeAspect="1"/>
          </p:cNvPicPr>
          <p:nvPr/>
        </p:nvPicPr>
        <p:blipFill>
          <a:blip r:embed="rId13"/>
          <a:stretch>
            <a:fillRect/>
          </a:stretch>
        </p:blipFill>
        <p:spPr>
          <a:xfrm>
            <a:off x="508000" y="4851400"/>
            <a:ext cx="10134600" cy="1071761"/>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42" fill="hold">
                      <p:stCondLst>
                        <p:cond delay="indefinite"/>
                        <p:cond evt="onBegin" delay="0">
                          <p:tn val="2"/>
                        </p:cond>
                      </p:stCondLst>
                      <p:childTnLst>
                        <p:par>
                          <p:cTn id="9" fill="hold">
                            <p:stCondLst>
                              <p:cond delay="0"/>
                            </p:stCondLst>
                            <p:childTnLst>
                              <p:par>
                                <p:cTn id="3" presetID="22" presetClass="entr" presetSubtype="8"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left)">
                                      <p:cBhvr>
                                        <p:cTn id="5" dur="60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500"/>
                                        <p:tgtEl>
                                          <p:spTgt spid="4"/>
                                        </p:tgtEl>
                                      </p:cBhvr>
                                    </p:animEffect>
                                  </p:childTnLst>
                                </p:cTn>
                              </p:par>
                            </p:childTnLst>
                          </p:cTn>
                        </p:par>
                        <p:par>
                          <p:cTn id="16" fill="hold">
                            <p:stCondLst>
                              <p:cond delay="700"/>
                            </p:stCondLst>
                            <p:childTnLst>
                              <p:par>
                                <p:cTn id="10" presetID="22" presetClass="entr" presetSubtype="8"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60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23" fill="hold">
                            <p:stCondLst>
                              <p:cond delay="1400"/>
                            </p:stCondLst>
                            <p:childTnLst>
                              <p:par>
                                <p:cTn id="17" presetID="22" presetClass="entr" presetSubtype="8"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6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par>
                          <p:cTn id="30" fill="hold">
                            <p:stCondLst>
                              <p:cond delay="2100"/>
                            </p:stCondLst>
                            <p:childTnLst>
                              <p:par>
                                <p:cTn id="24" presetID="22" presetClass="entr" presetSubtype="8" fill="hold" grpId="0" nodeType="after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left)">
                                      <p:cBhvr>
                                        <p:cTn id="26" dur="600"/>
                                        <p:tgtEl>
                                          <p:spTgt spid="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childTnLst>
                          </p:cTn>
                        </p:par>
                        <p:par>
                          <p:cTn id="37" fill="hold">
                            <p:stCondLst>
                              <p:cond delay="2800"/>
                            </p:stCondLst>
                            <p:childTnLst>
                              <p:par>
                                <p:cTn id="31" presetID="22" presetClass="entr" presetSubtype="8" fill="hold" grpId="0" nodeType="after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left)">
                                      <p:cBhvr>
                                        <p:cTn id="33" dur="6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childTnLst>
                          </p:cTn>
                        </p:par>
                        <p:par>
                          <p:cTn id="41" fill="hold">
                            <p:stCondLst>
                              <p:cond delay="3500"/>
                            </p:stCondLst>
                            <p:childTnLst>
                              <p:par>
                                <p:cTn id="38" presetID="10" presetClass="entr" presetSubtype="0" fill="hold" grpId="0"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06_pairs_bg.png"/>
          <p:cNvPicPr>
            <a:picLocks noChangeAspect="1"/>
          </p:cNvPicPr>
          <p:nvPr/>
        </p:nvPicPr>
        <p:blipFill>
          <a:blip r:embed="rId2"/>
          <a:stretch>
            <a:fillRect/>
          </a:stretch>
        </p:blipFill>
        <p:spPr>
          <a:xfrm>
            <a:off x="0" y="0"/>
            <a:ext cx="12192000" cy="6858000"/>
          </a:xfrm>
          <a:prstGeom prst="rect">
            <a:avLst/>
          </a:prstGeom>
        </p:spPr>
      </p:pic>
      <p:pic>
        <p:nvPicPr>
          <p:cNvPr id="3" name="pairs rise 1" descr="06_pairs_layer0.png"/>
          <p:cNvPicPr>
            <a:picLocks noChangeAspect="1"/>
          </p:cNvPicPr>
          <p:nvPr/>
        </p:nvPicPr>
        <p:blipFill>
          <a:blip r:embed="rId3"/>
          <a:stretch>
            <a:fillRect/>
          </a:stretch>
        </p:blipFill>
        <p:spPr>
          <a:xfrm>
            <a:off x="508000" y="1536700"/>
            <a:ext cx="5740400" cy="2542480"/>
          </a:xfrm>
          <a:prstGeom prst="rect">
            <a:avLst/>
          </a:prstGeom>
        </p:spPr>
      </p:pic>
      <p:pic>
        <p:nvPicPr>
          <p:cNvPr id="4" name="pairs rise 2" descr="06_pairs_layer1.png"/>
          <p:cNvPicPr>
            <a:picLocks noChangeAspect="1"/>
          </p:cNvPicPr>
          <p:nvPr/>
        </p:nvPicPr>
        <p:blipFill>
          <a:blip r:embed="rId4"/>
          <a:stretch>
            <a:fillRect/>
          </a:stretch>
        </p:blipFill>
        <p:spPr>
          <a:xfrm>
            <a:off x="5943600" y="1536700"/>
            <a:ext cx="5740400" cy="2542480"/>
          </a:xfrm>
          <a:prstGeom prst="rect">
            <a:avLst/>
          </a:prstGeom>
        </p:spPr>
      </p:pic>
      <p:pic>
        <p:nvPicPr>
          <p:cNvPr id="5" name="!!navy" descr="06_pairs_layer2.png"/>
          <p:cNvPicPr>
            <a:picLocks noChangeAspect="1"/>
          </p:cNvPicPr>
          <p:nvPr/>
        </p:nvPicPr>
        <p:blipFill>
          <a:blip r:embed="rId5"/>
          <a:stretch>
            <a:fillRect/>
          </a:stretch>
        </p:blipFill>
        <p:spPr>
          <a:xfrm>
            <a:off x="508000" y="4267200"/>
            <a:ext cx="11176000" cy="1524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cond evt="onBegin" delay="0">
                          <p:tn val="2"/>
                        </p:cond>
                      </p:stCondLst>
                      <p:childTnLst>
                        <p:par>
                          <p:cTn id="8"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600"/>
                                        <p:tgtEl>
                                          <p:spTgt spid="3"/>
                                        </p:tgtEl>
                                      </p:cBhvr>
                                    </p:animEffect>
                                    <p:anim calcmode="lin" valueType="num">
                                      <p:cBhvr additive="base">
                                        <p:cTn id="6" dur="600" fill="hold"/>
                                        <p:tgtEl>
                                          <p:spTgt spid="3"/>
                                        </p:tgtEl>
                                        <p:attrNameLst>
                                          <p:attrName>ppt_x</p:attrName>
                                        </p:attrNameLst>
                                      </p:cBhvr>
                                      <p:tavLst>
                                        <p:tav tm="0">
                                          <p:val>
                                            <p:strVal val="#ppt_x"/>
                                          </p:val>
                                        </p:tav>
                                        <p:tav tm="100000">
                                          <p:val>
                                            <p:strVal val="#ppt_x"/>
                                          </p:val>
                                        </p:tav>
                                      </p:tavLst>
                                    </p:anim>
                                    <p:anim calcmode="lin" valueType="num">
                                      <p:cBhvr additive="base">
                                        <p:cTn id="7" dur="600" fill="hold"/>
                                        <p:tgtEl>
                                          <p:spTgt spid="3"/>
                                        </p:tgtEl>
                                        <p:attrNameLst>
                                          <p:attrName>ppt_y</p:attrName>
                                        </p:attrNameLst>
                                      </p:cBhvr>
                                      <p:tavLst>
                                        <p:tav tm="0">
                                          <p:val>
                                            <p:strVal val="#ppt_y+.1"/>
                                          </p:val>
                                        </p:tav>
                                        <p:tav tm="100000">
                                          <p:val>
                                            <p:strVal val="#ppt_y"/>
                                          </p:val>
                                        </p:tav>
                                      </p:tavLst>
                                    </p:anim>
                                  </p:childTnLst>
                                </p:cTn>
                              </p:par>
                            </p:childTnLst>
                          </p:cTn>
                        </p:par>
                        <p:par>
                          <p:cTn id="14" fill="hold">
                            <p:stCondLst>
                              <p:cond delay="700"/>
                            </p:stCondLst>
                            <p:childTnLst>
                              <p:par>
                                <p:cTn id="9" presetID="42"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600"/>
                                        <p:tgtEl>
                                          <p:spTgt spid="4"/>
                                        </p:tgtEl>
                                      </p:cBhvr>
                                    </p:animEffect>
                                    <p:anim calcmode="lin" valueType="num">
                                      <p:cBhvr additive="base">
                                        <p:cTn id="12" dur="600" fill="hold"/>
                                        <p:tgtEl>
                                          <p:spTgt spid="4"/>
                                        </p:tgtEl>
                                        <p:attrNameLst>
                                          <p:attrName>ppt_x</p:attrName>
                                        </p:attrNameLst>
                                      </p:cBhvr>
                                      <p:tavLst>
                                        <p:tav tm="0">
                                          <p:val>
                                            <p:strVal val="#ppt_x"/>
                                          </p:val>
                                        </p:tav>
                                        <p:tav tm="100000">
                                          <p:val>
                                            <p:strVal val="#ppt_x"/>
                                          </p:val>
                                        </p:tav>
                                      </p:tavLst>
                                    </p:anim>
                                    <p:anim calcmode="lin" valueType="num">
                                      <p:cBhvr additive="base">
                                        <p:cTn id="13" dur="600" fill="hold"/>
                                        <p:tgtEl>
                                          <p:spTgt spid="4"/>
                                        </p:tgtEl>
                                        <p:attrNameLst>
                                          <p:attrName>ppt_y</p:attrName>
                                        </p:attrNameLst>
                                      </p:cBhvr>
                                      <p:tavLst>
                                        <p:tav tm="0">
                                          <p:val>
                                            <p:strVal val="#ppt_y+.1"/>
                                          </p:val>
                                        </p:tav>
                                        <p:tav tm="100000">
                                          <p:val>
                                            <p:strVal val="#ppt_y"/>
                                          </p:val>
                                        </p:tav>
                                      </p:tavLst>
                                    </p:anim>
                                  </p:childTnLst>
                                </p:cTn>
                              </p:par>
                            </p:childTnLst>
                          </p:cTn>
                        </p:par>
                        <p:par>
                          <p:cTn id="20" fill="hold">
                            <p:stCondLst>
                              <p:cond delay="1400"/>
                            </p:stCondLst>
                            <p:childTnLst>
                              <p:par>
                                <p:cTn id="15" presetID="53" presetClass="entr" presetSubtype="16"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ppt_w</p:attrName>
                                        </p:attrNameLst>
                                      </p:cBhvr>
                                      <p:tavLst>
                                        <p:tav tm="0">
                                          <p:val>
                                            <p:strVal val="0"/>
                                          </p:val>
                                        </p:tav>
                                        <p:tav tm="100000">
                                          <p:val>
                                            <p:strVal val="#ppt_w"/>
                                          </p:val>
                                        </p:tav>
                                      </p:tavLst>
                                    </p:anim>
                                    <p:anim calcmode="lin" valueType="num">
                                      <p:cBhvr additive="base">
                                        <p:cTn id="18" dur="500" fill="hold"/>
                                        <p:tgtEl>
                                          <p:spTgt spid="5"/>
                                        </p:tgtEl>
                                        <p:attrNameLst>
                                          <p:attrName>ppt_h</p:attrName>
                                        </p:attrNameLst>
                                      </p:cBhvr>
                                      <p:tavLst>
                                        <p:tav tm="0">
                                          <p:val>
                                            <p:strVal val="0"/>
                                          </p:val>
                                        </p:tav>
                                        <p:tav tm="100000">
                                          <p:val>
                                            <p:strVal val="#ppt_h"/>
                                          </p:val>
                                        </p:tav>
                                      </p:tavLst>
                                    </p:anim>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07_nomatter_bg.png"/>
          <p:cNvPicPr>
            <a:picLocks noChangeAspect="1"/>
          </p:cNvPicPr>
          <p:nvPr/>
        </p:nvPicPr>
        <p:blipFill>
          <a:blip r:embed="rId2"/>
          <a:stretch>
            <a:fillRect/>
          </a:stretch>
        </p:blipFill>
        <p:spPr>
          <a:xfrm>
            <a:off x="0" y="0"/>
            <a:ext cx="12192000" cy="6858000"/>
          </a:xfrm>
          <a:prstGeom prst="rect">
            <a:avLst/>
          </a:prstGeom>
        </p:spPr>
      </p:pic>
      <p:pic>
        <p:nvPicPr>
          <p:cNvPr id="3" name="nomatter rise 1" descr="07_nomatter_layer0.png"/>
          <p:cNvPicPr>
            <a:picLocks noChangeAspect="1"/>
          </p:cNvPicPr>
          <p:nvPr/>
        </p:nvPicPr>
        <p:blipFill>
          <a:blip r:embed="rId3"/>
          <a:stretch>
            <a:fillRect/>
          </a:stretch>
        </p:blipFill>
        <p:spPr>
          <a:xfrm>
            <a:off x="508000" y="1600200"/>
            <a:ext cx="7340600" cy="2819400"/>
          </a:xfrm>
          <a:prstGeom prst="rect">
            <a:avLst/>
          </a:prstGeom>
        </p:spPr>
      </p:pic>
      <p:pic>
        <p:nvPicPr>
          <p:cNvPr id="4" name="!!navy" descr="07_nomatter_layer1.png"/>
          <p:cNvPicPr>
            <a:picLocks noChangeAspect="1"/>
          </p:cNvPicPr>
          <p:nvPr/>
        </p:nvPicPr>
        <p:blipFill>
          <a:blip r:embed="rId4"/>
          <a:stretch>
            <a:fillRect/>
          </a:stretch>
        </p:blipFill>
        <p:spPr>
          <a:xfrm>
            <a:off x="7569200" y="1600200"/>
            <a:ext cx="4114800" cy="2641402"/>
          </a:xfrm>
          <a:prstGeom prst="rect">
            <a:avLst/>
          </a:prstGeom>
        </p:spPr>
      </p:pic>
      <p:pic>
        <p:nvPicPr>
          <p:cNvPr id="5" name="nomatter rise 3" descr="07_nomatter_layer2.png"/>
          <p:cNvPicPr>
            <a:picLocks noChangeAspect="1"/>
          </p:cNvPicPr>
          <p:nvPr/>
        </p:nvPicPr>
        <p:blipFill>
          <a:blip r:embed="rId5"/>
          <a:stretch>
            <a:fillRect/>
          </a:stretch>
        </p:blipFill>
        <p:spPr>
          <a:xfrm>
            <a:off x="508000" y="4521200"/>
            <a:ext cx="11176000" cy="91440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5" fill="hold">
                      <p:stCondLst>
                        <p:cond delay="indefinite"/>
                        <p:cond evt="onBegin" delay="0">
                          <p:tn val="2"/>
                        </p:cond>
                      </p:stCondLst>
                      <p:childTnLst>
                        <p:par>
                          <p:cTn id="8"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600"/>
                                        <p:tgtEl>
                                          <p:spTgt spid="3"/>
                                        </p:tgtEl>
                                      </p:cBhvr>
                                    </p:animEffect>
                                    <p:anim calcmode="lin" valueType="num">
                                      <p:cBhvr additive="base">
                                        <p:cTn id="6" dur="600" fill="hold"/>
                                        <p:tgtEl>
                                          <p:spTgt spid="3"/>
                                        </p:tgtEl>
                                        <p:attrNameLst>
                                          <p:attrName>ppt_x</p:attrName>
                                        </p:attrNameLst>
                                      </p:cBhvr>
                                      <p:tavLst>
                                        <p:tav tm="0">
                                          <p:val>
                                            <p:strVal val="#ppt_x"/>
                                          </p:val>
                                        </p:tav>
                                        <p:tav tm="100000">
                                          <p:val>
                                            <p:strVal val="#ppt_x"/>
                                          </p:val>
                                        </p:tav>
                                      </p:tavLst>
                                    </p:anim>
                                    <p:anim calcmode="lin" valueType="num">
                                      <p:cBhvr additive="base">
                                        <p:cTn id="7" dur="600" fill="hold"/>
                                        <p:tgtEl>
                                          <p:spTgt spid="3"/>
                                        </p:tgtEl>
                                        <p:attrNameLst>
                                          <p:attrName>ppt_y</p:attrName>
                                        </p:attrNameLst>
                                      </p:cBhvr>
                                      <p:tavLst>
                                        <p:tav tm="0">
                                          <p:val>
                                            <p:strVal val="#ppt_y+.1"/>
                                          </p:val>
                                        </p:tav>
                                        <p:tav tm="100000">
                                          <p:val>
                                            <p:strVal val="#ppt_y"/>
                                          </p:val>
                                        </p:tav>
                                      </p:tavLst>
                                    </p:anim>
                                  </p:childTnLst>
                                </p:cTn>
                              </p:par>
                            </p:childTnLst>
                          </p:cTn>
                        </p:par>
                        <p:par>
                          <p:cTn id="14" fill="hold">
                            <p:stCondLst>
                              <p:cond delay="700"/>
                            </p:stCondLst>
                            <p:childTnLst>
                              <p:par>
                                <p:cTn id="9" presetID="42"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600"/>
                                        <p:tgtEl>
                                          <p:spTgt spid="5"/>
                                        </p:tgtEl>
                                      </p:cBhvr>
                                    </p:animEffect>
                                    <p:anim calcmode="lin" valueType="num">
                                      <p:cBhvr additive="base">
                                        <p:cTn id="12" dur="600" fill="hold"/>
                                        <p:tgtEl>
                                          <p:spTgt spid="5"/>
                                        </p:tgtEl>
                                        <p:attrNameLst>
                                          <p:attrName>ppt_x</p:attrName>
                                        </p:attrNameLst>
                                      </p:cBhvr>
                                      <p:tavLst>
                                        <p:tav tm="0">
                                          <p:val>
                                            <p:strVal val="#ppt_x"/>
                                          </p:val>
                                        </p:tav>
                                        <p:tav tm="100000">
                                          <p:val>
                                            <p:strVal val="#ppt_x"/>
                                          </p:val>
                                        </p:tav>
                                      </p:tavLst>
                                    </p:anim>
                                    <p:anim calcmode="lin" valueType="num">
                                      <p:cBhvr additive="base">
                                        <p:cTn id="13" dur="6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08_approaches_bg.png"/>
          <p:cNvPicPr>
            <a:picLocks noChangeAspect="1"/>
          </p:cNvPicPr>
          <p:nvPr/>
        </p:nvPicPr>
        <p:blipFill>
          <a:blip r:embed="rId2"/>
          <a:stretch>
            <a:fillRect/>
          </a:stretch>
        </p:blipFill>
        <p:spPr>
          <a:xfrm>
            <a:off x="0" y="0"/>
            <a:ext cx="12192000" cy="6858000"/>
          </a:xfrm>
          <a:prstGeom prst="rect">
            <a:avLst/>
          </a:prstGeom>
        </p:spPr>
      </p:pic>
      <p:pic>
        <p:nvPicPr>
          <p:cNvPr id="3" name="approaches rise 1" descr="08_approaches_layer0.png"/>
          <p:cNvPicPr>
            <a:picLocks noChangeAspect="1"/>
          </p:cNvPicPr>
          <p:nvPr/>
        </p:nvPicPr>
        <p:blipFill>
          <a:blip r:embed="rId3"/>
          <a:stretch>
            <a:fillRect/>
          </a:stretch>
        </p:blipFill>
        <p:spPr>
          <a:xfrm>
            <a:off x="508000" y="1600200"/>
            <a:ext cx="11176000" cy="2730302"/>
          </a:xfrm>
          <a:prstGeom prst="rect">
            <a:avLst/>
          </a:prstGeom>
        </p:spPr>
      </p:pic>
      <p:pic>
        <p:nvPicPr>
          <p:cNvPr id="4" name="approaches rise 2" descr="08_approaches_layer1.png"/>
          <p:cNvPicPr>
            <a:picLocks noChangeAspect="1"/>
          </p:cNvPicPr>
          <p:nvPr/>
        </p:nvPicPr>
        <p:blipFill>
          <a:blip r:embed="rId4"/>
          <a:stretch>
            <a:fillRect/>
          </a:stretch>
        </p:blipFill>
        <p:spPr>
          <a:xfrm>
            <a:off x="508000" y="4838700"/>
            <a:ext cx="11176000" cy="1143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cond evt="onBegin" delay="0">
                          <p:tn val="2"/>
                        </p:cond>
                      </p:stCondLst>
                      <p:childTnLst>
                        <p:par>
                          <p:cTn id="8"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600"/>
                                        <p:tgtEl>
                                          <p:spTgt spid="3"/>
                                        </p:tgtEl>
                                      </p:cBhvr>
                                    </p:animEffect>
                                    <p:anim calcmode="lin" valueType="num">
                                      <p:cBhvr additive="base">
                                        <p:cTn id="6" dur="600" fill="hold"/>
                                        <p:tgtEl>
                                          <p:spTgt spid="3"/>
                                        </p:tgtEl>
                                        <p:attrNameLst>
                                          <p:attrName>ppt_x</p:attrName>
                                        </p:attrNameLst>
                                      </p:cBhvr>
                                      <p:tavLst>
                                        <p:tav tm="0">
                                          <p:val>
                                            <p:strVal val="#ppt_x"/>
                                          </p:val>
                                        </p:tav>
                                        <p:tav tm="100000">
                                          <p:val>
                                            <p:strVal val="#ppt_x"/>
                                          </p:val>
                                        </p:tav>
                                      </p:tavLst>
                                    </p:anim>
                                    <p:anim calcmode="lin" valueType="num">
                                      <p:cBhvr additive="base">
                                        <p:cTn id="7" dur="600" fill="hold"/>
                                        <p:tgtEl>
                                          <p:spTgt spid="3"/>
                                        </p:tgtEl>
                                        <p:attrNameLst>
                                          <p:attrName>ppt_y</p:attrName>
                                        </p:attrNameLst>
                                      </p:cBhvr>
                                      <p:tavLst>
                                        <p:tav tm="0">
                                          <p:val>
                                            <p:strVal val="#ppt_y+.1"/>
                                          </p:val>
                                        </p:tav>
                                        <p:tav tm="100000">
                                          <p:val>
                                            <p:strVal val="#ppt_y"/>
                                          </p:val>
                                        </p:tav>
                                      </p:tavLst>
                                    </p:anim>
                                  </p:childTnLst>
                                </p:cTn>
                              </p:par>
                            </p:childTnLst>
                          </p:cTn>
                        </p:par>
                        <p:par>
                          <p:cTn id="14" fill="hold">
                            <p:stCondLst>
                              <p:cond delay="700"/>
                            </p:stCondLst>
                            <p:childTnLst>
                              <p:par>
                                <p:cTn id="9" presetID="42"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600"/>
                                        <p:tgtEl>
                                          <p:spTgt spid="4"/>
                                        </p:tgtEl>
                                      </p:cBhvr>
                                    </p:animEffect>
                                    <p:anim calcmode="lin" valueType="num">
                                      <p:cBhvr additive="base">
                                        <p:cTn id="12" dur="600" fill="hold"/>
                                        <p:tgtEl>
                                          <p:spTgt spid="4"/>
                                        </p:tgtEl>
                                        <p:attrNameLst>
                                          <p:attrName>ppt_x</p:attrName>
                                        </p:attrNameLst>
                                      </p:cBhvr>
                                      <p:tavLst>
                                        <p:tav tm="0">
                                          <p:val>
                                            <p:strVal val="#ppt_x"/>
                                          </p:val>
                                        </p:tav>
                                        <p:tav tm="100000">
                                          <p:val>
                                            <p:strVal val="#ppt_x"/>
                                          </p:val>
                                        </p:tav>
                                      </p:tavLst>
                                    </p:anim>
                                    <p:anim calcmode="lin" valueType="num">
                                      <p:cBhvr additive="base">
                                        <p:cTn id="13" dur="6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09_accuracy_bg.png"/>
          <p:cNvPicPr>
            <a:picLocks noChangeAspect="1"/>
          </p:cNvPicPr>
          <p:nvPr/>
        </p:nvPicPr>
        <p:blipFill>
          <a:blip r:embed="rId2"/>
          <a:stretch>
            <a:fillRect/>
          </a:stretch>
        </p:blipFill>
        <p:spPr>
          <a:xfrm>
            <a:off x="0" y="0"/>
            <a:ext cx="12192000" cy="6858000"/>
          </a:xfrm>
          <a:prstGeom prst="rect">
            <a:avLst/>
          </a:prstGeom>
        </p:spPr>
      </p:pic>
      <p:pic>
        <p:nvPicPr>
          <p:cNvPr id="3" name="accuracy rise 1" descr="09_accuracy_layer0.png"/>
          <p:cNvPicPr>
            <a:picLocks noChangeAspect="1"/>
          </p:cNvPicPr>
          <p:nvPr/>
        </p:nvPicPr>
        <p:blipFill>
          <a:blip r:embed="rId3"/>
          <a:stretch>
            <a:fillRect/>
          </a:stretch>
        </p:blipFill>
        <p:spPr>
          <a:xfrm>
            <a:off x="508000" y="1536700"/>
            <a:ext cx="5740400" cy="3334841"/>
          </a:xfrm>
          <a:prstGeom prst="rect">
            <a:avLst/>
          </a:prstGeom>
        </p:spPr>
      </p:pic>
      <p:pic>
        <p:nvPicPr>
          <p:cNvPr id="4" name="accuracy rise 2" descr="09_accuracy_layer1.png"/>
          <p:cNvPicPr>
            <a:picLocks noChangeAspect="1"/>
          </p:cNvPicPr>
          <p:nvPr/>
        </p:nvPicPr>
        <p:blipFill>
          <a:blip r:embed="rId4"/>
          <a:stretch>
            <a:fillRect/>
          </a:stretch>
        </p:blipFill>
        <p:spPr>
          <a:xfrm>
            <a:off x="5943600" y="1536700"/>
            <a:ext cx="5740400" cy="3334841"/>
          </a:xfrm>
          <a:prstGeom prst="rect">
            <a:avLst/>
          </a:prstGeom>
        </p:spPr>
      </p:pic>
      <p:pic>
        <p:nvPicPr>
          <p:cNvPr id="5" name="accuracy rise 3" descr="09_accuracy_layer2.png"/>
          <p:cNvPicPr>
            <a:picLocks noChangeAspect="1"/>
          </p:cNvPicPr>
          <p:nvPr/>
        </p:nvPicPr>
        <p:blipFill>
          <a:blip r:embed="rId5"/>
          <a:stretch>
            <a:fillRect/>
          </a:stretch>
        </p:blipFill>
        <p:spPr>
          <a:xfrm>
            <a:off x="508000" y="4775200"/>
            <a:ext cx="11176000" cy="9144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cond evt="onBegin" delay="0">
                          <p:tn val="2"/>
                        </p:cond>
                      </p:stCondLst>
                      <p:childTnLst>
                        <p:par>
                          <p:cTn id="8"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600"/>
                                        <p:tgtEl>
                                          <p:spTgt spid="3"/>
                                        </p:tgtEl>
                                      </p:cBhvr>
                                    </p:animEffect>
                                    <p:anim calcmode="lin" valueType="num">
                                      <p:cBhvr additive="base">
                                        <p:cTn id="6" dur="600" fill="hold"/>
                                        <p:tgtEl>
                                          <p:spTgt spid="3"/>
                                        </p:tgtEl>
                                        <p:attrNameLst>
                                          <p:attrName>ppt_x</p:attrName>
                                        </p:attrNameLst>
                                      </p:cBhvr>
                                      <p:tavLst>
                                        <p:tav tm="0">
                                          <p:val>
                                            <p:strVal val="#ppt_x"/>
                                          </p:val>
                                        </p:tav>
                                        <p:tav tm="100000">
                                          <p:val>
                                            <p:strVal val="#ppt_x"/>
                                          </p:val>
                                        </p:tav>
                                      </p:tavLst>
                                    </p:anim>
                                    <p:anim calcmode="lin" valueType="num">
                                      <p:cBhvr additive="base">
                                        <p:cTn id="7" dur="600" fill="hold"/>
                                        <p:tgtEl>
                                          <p:spTgt spid="3"/>
                                        </p:tgtEl>
                                        <p:attrNameLst>
                                          <p:attrName>ppt_y</p:attrName>
                                        </p:attrNameLst>
                                      </p:cBhvr>
                                      <p:tavLst>
                                        <p:tav tm="0">
                                          <p:val>
                                            <p:strVal val="#ppt_y+.1"/>
                                          </p:val>
                                        </p:tav>
                                        <p:tav tm="100000">
                                          <p:val>
                                            <p:strVal val="#ppt_y"/>
                                          </p:val>
                                        </p:tav>
                                      </p:tavLst>
                                    </p:anim>
                                  </p:childTnLst>
                                </p:cTn>
                              </p:par>
                            </p:childTnLst>
                          </p:cTn>
                        </p:par>
                        <p:par>
                          <p:cTn id="14" fill="hold">
                            <p:stCondLst>
                              <p:cond delay="700"/>
                            </p:stCondLst>
                            <p:childTnLst>
                              <p:par>
                                <p:cTn id="9" presetID="42"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600"/>
                                        <p:tgtEl>
                                          <p:spTgt spid="4"/>
                                        </p:tgtEl>
                                      </p:cBhvr>
                                    </p:animEffect>
                                    <p:anim calcmode="lin" valueType="num">
                                      <p:cBhvr additive="base">
                                        <p:cTn id="12" dur="600" fill="hold"/>
                                        <p:tgtEl>
                                          <p:spTgt spid="4"/>
                                        </p:tgtEl>
                                        <p:attrNameLst>
                                          <p:attrName>ppt_x</p:attrName>
                                        </p:attrNameLst>
                                      </p:cBhvr>
                                      <p:tavLst>
                                        <p:tav tm="0">
                                          <p:val>
                                            <p:strVal val="#ppt_x"/>
                                          </p:val>
                                        </p:tav>
                                        <p:tav tm="100000">
                                          <p:val>
                                            <p:strVal val="#ppt_x"/>
                                          </p:val>
                                        </p:tav>
                                      </p:tavLst>
                                    </p:anim>
                                    <p:anim calcmode="lin" valueType="num">
                                      <p:cBhvr additive="base">
                                        <p:cTn id="13" dur="600" fill="hold"/>
                                        <p:tgtEl>
                                          <p:spTgt spid="4"/>
                                        </p:tgtEl>
                                        <p:attrNameLst>
                                          <p:attrName>ppt_y</p:attrName>
                                        </p:attrNameLst>
                                      </p:cBhvr>
                                      <p:tavLst>
                                        <p:tav tm="0">
                                          <p:val>
                                            <p:strVal val="#ppt_y+.1"/>
                                          </p:val>
                                        </p:tav>
                                        <p:tav tm="100000">
                                          <p:val>
                                            <p:strVal val="#ppt_y"/>
                                          </p:val>
                                        </p:tav>
                                      </p:tavLst>
                                    </p:anim>
                                  </p:childTnLst>
                                </p:cTn>
                              </p:par>
                            </p:childTnLst>
                          </p:cTn>
                        </p:par>
                        <p:par>
                          <p:cTn id="20" fill="hold">
                            <p:stCondLst>
                              <p:cond delay="1400"/>
                            </p:stCondLst>
                            <p:childTnLst>
                              <p:par>
                                <p:cTn id="15" presetID="42" presetClass="entr" presetSubtype="0"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600"/>
                                        <p:tgtEl>
                                          <p:spTgt spid="5"/>
                                        </p:tgtEl>
                                      </p:cBhvr>
                                    </p:animEffect>
                                    <p:anim calcmode="lin" valueType="num">
                                      <p:cBhvr additive="base">
                                        <p:cTn id="18" dur="600" fill="hold"/>
                                        <p:tgtEl>
                                          <p:spTgt spid="5"/>
                                        </p:tgtEl>
                                        <p:attrNameLst>
                                          <p:attrName>ppt_x</p:attrName>
                                        </p:attrNameLst>
                                      </p:cBhvr>
                                      <p:tavLst>
                                        <p:tav tm="0">
                                          <p:val>
                                            <p:strVal val="#ppt_x"/>
                                          </p:val>
                                        </p:tav>
                                        <p:tav tm="100000">
                                          <p:val>
                                            <p:strVal val="#ppt_x"/>
                                          </p:val>
                                        </p:tav>
                                      </p:tavLst>
                                    </p:anim>
                                    <p:anim calcmode="lin" valueType="num">
                                      <p:cBhvr additive="base">
                                        <p:cTn id="19" dur="6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10_testing_bg.png"/>
          <p:cNvPicPr>
            <a:picLocks noChangeAspect="1"/>
          </p:cNvPicPr>
          <p:nvPr/>
        </p:nvPicPr>
        <p:blipFill>
          <a:blip r:embed="rId2"/>
          <a:stretch>
            <a:fillRect/>
          </a:stretch>
        </p:blipFill>
        <p:spPr>
          <a:xfrm>
            <a:off x="0" y="0"/>
            <a:ext cx="12192000" cy="6858000"/>
          </a:xfrm>
          <a:prstGeom prst="rect">
            <a:avLst/>
          </a:prstGeom>
        </p:spPr>
      </p:pic>
      <p:pic>
        <p:nvPicPr>
          <p:cNvPr id="3" name="testing rise 1" descr="10_testing_layer0.png"/>
          <p:cNvPicPr>
            <a:picLocks noChangeAspect="1"/>
          </p:cNvPicPr>
          <p:nvPr/>
        </p:nvPicPr>
        <p:blipFill>
          <a:blip r:embed="rId3"/>
          <a:stretch>
            <a:fillRect/>
          </a:stretch>
        </p:blipFill>
        <p:spPr>
          <a:xfrm>
            <a:off x="508000" y="1536700"/>
            <a:ext cx="4483100" cy="2191841"/>
          </a:xfrm>
          <a:prstGeom prst="rect">
            <a:avLst/>
          </a:prstGeom>
        </p:spPr>
      </p:pic>
      <p:pic>
        <p:nvPicPr>
          <p:cNvPr id="4" name="testing rise 2" descr="10_testing_layer1.png"/>
          <p:cNvPicPr>
            <a:picLocks noChangeAspect="1"/>
          </p:cNvPicPr>
          <p:nvPr/>
        </p:nvPicPr>
        <p:blipFill>
          <a:blip r:embed="rId4"/>
          <a:stretch>
            <a:fillRect/>
          </a:stretch>
        </p:blipFill>
        <p:spPr>
          <a:xfrm>
            <a:off x="4533900" y="1536700"/>
            <a:ext cx="4483100" cy="1960761"/>
          </a:xfrm>
          <a:prstGeom prst="rect">
            <a:avLst/>
          </a:prstGeom>
        </p:spPr>
      </p:pic>
      <p:pic>
        <p:nvPicPr>
          <p:cNvPr id="5" name="testing rise 3" descr="10_testing_layer2.png"/>
          <p:cNvPicPr>
            <a:picLocks noChangeAspect="1"/>
          </p:cNvPicPr>
          <p:nvPr/>
        </p:nvPicPr>
        <p:blipFill>
          <a:blip r:embed="rId5"/>
          <a:stretch>
            <a:fillRect/>
          </a:stretch>
        </p:blipFill>
        <p:spPr>
          <a:xfrm>
            <a:off x="508000" y="3441700"/>
            <a:ext cx="4483100" cy="2191841"/>
          </a:xfrm>
          <a:prstGeom prst="rect">
            <a:avLst/>
          </a:prstGeom>
        </p:spPr>
      </p:pic>
      <p:pic>
        <p:nvPicPr>
          <p:cNvPr id="6" name="testing rise 4" descr="10_testing_layer3.png"/>
          <p:cNvPicPr>
            <a:picLocks noChangeAspect="1"/>
          </p:cNvPicPr>
          <p:nvPr/>
        </p:nvPicPr>
        <p:blipFill>
          <a:blip r:embed="rId6"/>
          <a:stretch>
            <a:fillRect/>
          </a:stretch>
        </p:blipFill>
        <p:spPr>
          <a:xfrm>
            <a:off x="4533900" y="3441700"/>
            <a:ext cx="4483100" cy="1960761"/>
          </a:xfrm>
          <a:prstGeom prst="rect">
            <a:avLst/>
          </a:prstGeom>
        </p:spPr>
      </p:pic>
      <p:pic>
        <p:nvPicPr>
          <p:cNvPr id="7" name="!!screen" descr="10_testing_layer4.png"/>
          <p:cNvPicPr>
            <a:picLocks noChangeAspect="1"/>
          </p:cNvPicPr>
          <p:nvPr/>
        </p:nvPicPr>
        <p:blipFill>
          <a:blip r:embed="rId7"/>
          <a:stretch>
            <a:fillRect/>
          </a:stretch>
        </p:blipFill>
        <p:spPr>
          <a:xfrm>
            <a:off x="8686800" y="1536700"/>
            <a:ext cx="2997200" cy="4419600"/>
          </a:xfrm>
          <a:prstGeom prst="rect">
            <a:avLst/>
          </a:prstGeom>
        </p:spPr>
      </p:pic>
    </p:spTree>
  </p:cSld>
  <p:clrMapOvr>
    <a:masterClrMapping/>
  </p:clrMapOvr>
  <p:transition spd="med">
    <p:push dir="u"/>
  </p:transition>
  <p:timing>
    <p:tnLst>
      <p:par>
        <p:cTn id="1" dur="indefinite" restart="never" nodeType="tmRoot">
          <p:childTnLst>
            <p:seq concurrent="1" nextAc="seek">
              <p:cTn id="2" dur="indefinite" nodeType="mainSeq">
                <p:childTnLst>
                  <p:par>
                    <p:cTn id="32" fill="hold">
                      <p:stCondLst>
                        <p:cond delay="indefinite"/>
                        <p:cond evt="onBegin" delay="0">
                          <p:tn val="2"/>
                        </p:cond>
                      </p:stCondLst>
                      <p:childTnLst>
                        <p:par>
                          <p:cTn id="8"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600"/>
                                        <p:tgtEl>
                                          <p:spTgt spid="3"/>
                                        </p:tgtEl>
                                      </p:cBhvr>
                                    </p:animEffect>
                                    <p:anim calcmode="lin" valueType="num">
                                      <p:cBhvr additive="base">
                                        <p:cTn id="6" dur="600" fill="hold"/>
                                        <p:tgtEl>
                                          <p:spTgt spid="3"/>
                                        </p:tgtEl>
                                        <p:attrNameLst>
                                          <p:attrName>ppt_x</p:attrName>
                                        </p:attrNameLst>
                                      </p:cBhvr>
                                      <p:tavLst>
                                        <p:tav tm="0">
                                          <p:val>
                                            <p:strVal val="#ppt_x"/>
                                          </p:val>
                                        </p:tav>
                                        <p:tav tm="100000">
                                          <p:val>
                                            <p:strVal val="#ppt_x"/>
                                          </p:val>
                                        </p:tav>
                                      </p:tavLst>
                                    </p:anim>
                                    <p:anim calcmode="lin" valueType="num">
                                      <p:cBhvr additive="base">
                                        <p:cTn id="7" dur="600" fill="hold"/>
                                        <p:tgtEl>
                                          <p:spTgt spid="3"/>
                                        </p:tgtEl>
                                        <p:attrNameLst>
                                          <p:attrName>ppt_y</p:attrName>
                                        </p:attrNameLst>
                                      </p:cBhvr>
                                      <p:tavLst>
                                        <p:tav tm="0">
                                          <p:val>
                                            <p:strVal val="#ppt_y+.1"/>
                                          </p:val>
                                        </p:tav>
                                        <p:tav tm="100000">
                                          <p:val>
                                            <p:strVal val="#ppt_y"/>
                                          </p:val>
                                        </p:tav>
                                      </p:tavLst>
                                    </p:anim>
                                  </p:childTnLst>
                                </p:cTn>
                              </p:par>
                            </p:childTnLst>
                          </p:cTn>
                        </p:par>
                        <p:par>
                          <p:cTn id="14" fill="hold">
                            <p:stCondLst>
                              <p:cond delay="700"/>
                            </p:stCondLst>
                            <p:childTnLst>
                              <p:par>
                                <p:cTn id="9" presetID="42"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600"/>
                                        <p:tgtEl>
                                          <p:spTgt spid="4"/>
                                        </p:tgtEl>
                                      </p:cBhvr>
                                    </p:animEffect>
                                    <p:anim calcmode="lin" valueType="num">
                                      <p:cBhvr additive="base">
                                        <p:cTn id="12" dur="600" fill="hold"/>
                                        <p:tgtEl>
                                          <p:spTgt spid="4"/>
                                        </p:tgtEl>
                                        <p:attrNameLst>
                                          <p:attrName>ppt_x</p:attrName>
                                        </p:attrNameLst>
                                      </p:cBhvr>
                                      <p:tavLst>
                                        <p:tav tm="0">
                                          <p:val>
                                            <p:strVal val="#ppt_x"/>
                                          </p:val>
                                        </p:tav>
                                        <p:tav tm="100000">
                                          <p:val>
                                            <p:strVal val="#ppt_x"/>
                                          </p:val>
                                        </p:tav>
                                      </p:tavLst>
                                    </p:anim>
                                    <p:anim calcmode="lin" valueType="num">
                                      <p:cBhvr additive="base">
                                        <p:cTn id="13" dur="600" fill="hold"/>
                                        <p:tgtEl>
                                          <p:spTgt spid="4"/>
                                        </p:tgtEl>
                                        <p:attrNameLst>
                                          <p:attrName>ppt_y</p:attrName>
                                        </p:attrNameLst>
                                      </p:cBhvr>
                                      <p:tavLst>
                                        <p:tav tm="0">
                                          <p:val>
                                            <p:strVal val="#ppt_y+.1"/>
                                          </p:val>
                                        </p:tav>
                                        <p:tav tm="100000">
                                          <p:val>
                                            <p:strVal val="#ppt_y"/>
                                          </p:val>
                                        </p:tav>
                                      </p:tavLst>
                                    </p:anim>
                                  </p:childTnLst>
                                </p:cTn>
                              </p:par>
                            </p:childTnLst>
                          </p:cTn>
                        </p:par>
                        <p:par>
                          <p:cTn id="20" fill="hold">
                            <p:stCondLst>
                              <p:cond delay="1400"/>
                            </p:stCondLst>
                            <p:childTnLst>
                              <p:par>
                                <p:cTn id="15" presetID="42" presetClass="entr" presetSubtype="0"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600"/>
                                        <p:tgtEl>
                                          <p:spTgt spid="5"/>
                                        </p:tgtEl>
                                      </p:cBhvr>
                                    </p:animEffect>
                                    <p:anim calcmode="lin" valueType="num">
                                      <p:cBhvr additive="base">
                                        <p:cTn id="18" dur="600" fill="hold"/>
                                        <p:tgtEl>
                                          <p:spTgt spid="5"/>
                                        </p:tgtEl>
                                        <p:attrNameLst>
                                          <p:attrName>ppt_x</p:attrName>
                                        </p:attrNameLst>
                                      </p:cBhvr>
                                      <p:tavLst>
                                        <p:tav tm="0">
                                          <p:val>
                                            <p:strVal val="#ppt_x"/>
                                          </p:val>
                                        </p:tav>
                                        <p:tav tm="100000">
                                          <p:val>
                                            <p:strVal val="#ppt_x"/>
                                          </p:val>
                                        </p:tav>
                                      </p:tavLst>
                                    </p:anim>
                                    <p:anim calcmode="lin" valueType="num">
                                      <p:cBhvr additive="base">
                                        <p:cTn id="19" dur="6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2100"/>
                            </p:stCondLst>
                            <p:childTnLst>
                              <p:par>
                                <p:cTn id="21" presetID="42" presetClass="entr" presetSubtype="0"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600"/>
                                        <p:tgtEl>
                                          <p:spTgt spid="6"/>
                                        </p:tgtEl>
                                      </p:cBhvr>
                                    </p:animEffect>
                                    <p:anim calcmode="lin" valueType="num">
                                      <p:cBhvr additive="base">
                                        <p:cTn id="24" dur="600" fill="hold"/>
                                        <p:tgtEl>
                                          <p:spTgt spid="6"/>
                                        </p:tgtEl>
                                        <p:attrNameLst>
                                          <p:attrName>ppt_x</p:attrName>
                                        </p:attrNameLst>
                                      </p:cBhvr>
                                      <p:tavLst>
                                        <p:tav tm="0">
                                          <p:val>
                                            <p:strVal val="#ppt_x"/>
                                          </p:val>
                                        </p:tav>
                                        <p:tav tm="100000">
                                          <p:val>
                                            <p:strVal val="#ppt_x"/>
                                          </p:val>
                                        </p:tav>
                                      </p:tavLst>
                                    </p:anim>
                                    <p:anim calcmode="lin" valueType="num">
                                      <p:cBhvr additive="base">
                                        <p:cTn id="25" dur="600" fill="hold"/>
                                        <p:tgtEl>
                                          <p:spTgt spid="6"/>
                                        </p:tgtEl>
                                        <p:attrNameLst>
                                          <p:attrName>ppt_y</p:attrName>
                                        </p:attrNameLst>
                                      </p:cBhvr>
                                      <p:tavLst>
                                        <p:tav tm="0">
                                          <p:val>
                                            <p:strVal val="#ppt_y+.1"/>
                                          </p:val>
                                        </p:tav>
                                        <p:tav tm="100000">
                                          <p:val>
                                            <p:strVal val="#ppt_y"/>
                                          </p:val>
                                        </p:tav>
                                      </p:tavLst>
                                    </p:anim>
                                  </p:childTnLst>
                                </p:cTn>
                              </p:par>
                            </p:childTnLst>
                          </p:cTn>
                        </p:par>
                        <p:par>
                          <p:cTn id="31" fill="hold">
                            <p:stCondLst>
                              <p:cond delay="2800"/>
                            </p:stCondLst>
                            <p:childTnLst>
                              <p:par>
                                <p:cTn id="27" presetID="2" presetClass="entr" presetSubtype="2" fill="hold" grpId="0" nodeType="after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700" fill="hold"/>
                                        <p:tgtEl>
                                          <p:spTgt spid="7"/>
                                        </p:tgtEl>
                                        <p:attrNameLst>
                                          <p:attrName>ppt_x</p:attrName>
                                        </p:attrNameLst>
                                      </p:cBhvr>
                                      <p:tavLst>
                                        <p:tav tm="0">
                                          <p:val>
                                            <p:strVal val="1+#ppt_w/2"/>
                                          </p:val>
                                        </p:tav>
                                        <p:tav tm="100000">
                                          <p:val>
                                            <p:strVal val="#ppt_x"/>
                                          </p:val>
                                        </p:tav>
                                      </p:tavLst>
                                    </p:anim>
                                    <p:anim calcmode="lin" valueType="num">
                                      <p:cBhvr additive="base">
                                        <p:cTn id="30" dur="7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11_demo_bg.png"/>
          <p:cNvPicPr>
            <a:picLocks noChangeAspect="1"/>
          </p:cNvPicPr>
          <p:nvPr/>
        </p:nvPicPr>
        <p:blipFill>
          <a:blip r:embed="rId2"/>
          <a:stretch>
            <a:fillRect/>
          </a:stretch>
        </p:blipFill>
        <p:spPr>
          <a:xfrm>
            <a:off x="0" y="0"/>
            <a:ext cx="12192000" cy="6858000"/>
          </a:xfrm>
          <a:prstGeom prst="rect">
            <a:avLst/>
          </a:prstGeom>
        </p:spPr>
      </p:pic>
      <p:pic>
        <p:nvPicPr>
          <p:cNvPr id="3" name="!!screen">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5156200" y="1905000"/>
            <a:ext cx="6223000" cy="3892550"/>
          </a:xfrm>
          <a:prstGeom prst="rect">
            <a:avLst/>
          </a:prstGeom>
        </p:spPr>
      </p:pic>
      <p:pic>
        <p:nvPicPr>
          <p:cNvPr id="4" name="demo rise 1" descr="11_demo_layer0.png"/>
          <p:cNvPicPr>
            <a:picLocks noChangeAspect="1"/>
          </p:cNvPicPr>
          <p:nvPr/>
        </p:nvPicPr>
        <p:blipFill>
          <a:blip r:embed="rId6"/>
          <a:stretch>
            <a:fillRect/>
          </a:stretch>
        </p:blipFill>
        <p:spPr>
          <a:xfrm>
            <a:off x="508000" y="1600200"/>
            <a:ext cx="4673600" cy="2050852"/>
          </a:xfrm>
          <a:prstGeom prst="rect">
            <a:avLst/>
          </a:prstGeom>
        </p:spPr>
      </p:pic>
      <p:pic>
        <p:nvPicPr>
          <p:cNvPr id="5" name="demo rise 2" descr="11_demo_layer1.png"/>
          <p:cNvPicPr>
            <a:picLocks noChangeAspect="1"/>
          </p:cNvPicPr>
          <p:nvPr/>
        </p:nvPicPr>
        <p:blipFill>
          <a:blip r:embed="rId7"/>
          <a:stretch>
            <a:fillRect/>
          </a:stretch>
        </p:blipFill>
        <p:spPr>
          <a:xfrm>
            <a:off x="508000" y="3759200"/>
            <a:ext cx="4673600" cy="960041"/>
          </a:xfrm>
          <a:prstGeom prst="rect">
            <a:avLst/>
          </a:prstGeom>
        </p:spPr>
      </p:pic>
      <p:pic>
        <p:nvPicPr>
          <p:cNvPr id="6" name="demo fade 3" descr="11_demo_layer2.png"/>
          <p:cNvPicPr>
            <a:picLocks noChangeAspect="1"/>
          </p:cNvPicPr>
          <p:nvPr/>
        </p:nvPicPr>
        <p:blipFill>
          <a:blip r:embed="rId8"/>
          <a:stretch>
            <a:fillRect/>
          </a:stretch>
        </p:blipFill>
        <p:spPr>
          <a:xfrm>
            <a:off x="508000" y="4330700"/>
            <a:ext cx="4673600" cy="107176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22" fill="hold">
                      <p:stCondLst>
                        <p:cond delay="indefinite"/>
                        <p:cond evt="onBegin" delay="0">
                          <p:tn val="2"/>
                        </p:cond>
                      </p:stCondLst>
                      <p:childTnLst>
                        <p:par>
                          <p:cTn id="10" fill="hold">
                            <p:stCondLst>
                              <p:cond delay="0"/>
                            </p:stCondLst>
                            <p:childTnLst>
                              <p:par>
                                <p:cTn id="3" presetID="1" presetClass="mediacall" presetSubtype="0" fill="hold" nodeType="afterEffect">
                                  <p:stCondLst>
                                    <p:cond delay="0"/>
                                  </p:stCondLst>
                                  <p:childTnLst>
                                    <p:cmd type="call" cmd="playFrom(0.0)">
                                      <p:cBhvr>
                                        <p:cTn id="4" dur="44670" fill="hold"/>
                                        <p:tgtEl>
                                          <p:spTgt spid="3"/>
                                        </p:tgtEl>
                                      </p:cBhvr>
                                    </p:cmd>
                                  </p:childTnLst>
                                </p:cTn>
                              </p:par>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additive="base">
                                        <p:cTn id="8" dur="600" fill="hold"/>
                                        <p:tgtEl>
                                          <p:spTgt spid="4"/>
                                        </p:tgtEl>
                                        <p:attrNameLst>
                                          <p:attrName>ppt_x</p:attrName>
                                        </p:attrNameLst>
                                      </p:cBhvr>
                                      <p:tavLst>
                                        <p:tav tm="0">
                                          <p:val>
                                            <p:strVal val="#ppt_x"/>
                                          </p:val>
                                        </p:tav>
                                        <p:tav tm="100000">
                                          <p:val>
                                            <p:strVal val="#ppt_x"/>
                                          </p:val>
                                        </p:tav>
                                      </p:tavLst>
                                    </p:anim>
                                    <p:anim calcmode="lin" valueType="num">
                                      <p:cBhvr additive="base">
                                        <p:cTn id="9" dur="600" fill="hold"/>
                                        <p:tgtEl>
                                          <p:spTgt spid="4"/>
                                        </p:tgtEl>
                                        <p:attrNameLst>
                                          <p:attrName>ppt_y</p:attrName>
                                        </p:attrNameLst>
                                      </p:cBhvr>
                                      <p:tavLst>
                                        <p:tav tm="0">
                                          <p:val>
                                            <p:strVal val="#ppt_y+.1"/>
                                          </p:val>
                                        </p:tav>
                                        <p:tav tm="100000">
                                          <p:val>
                                            <p:strVal val="#ppt_y"/>
                                          </p:val>
                                        </p:tav>
                                      </p:tavLst>
                                    </p:anim>
                                  </p:childTnLst>
                                </p:cTn>
                              </p:par>
                            </p:childTnLst>
                          </p:cTn>
                        </p:par>
                        <p:par>
                          <p:cTn id="16" fill="hold">
                            <p:stCondLst>
                              <p:cond delay="700"/>
                            </p:stCondLst>
                            <p:childTnLst>
                              <p:par>
                                <p:cTn id="11" presetID="42"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anim calcmode="lin" valueType="num">
                                      <p:cBhvr additive="base">
                                        <p:cTn id="14" dur="600" fill="hold"/>
                                        <p:tgtEl>
                                          <p:spTgt spid="5"/>
                                        </p:tgtEl>
                                        <p:attrNameLst>
                                          <p:attrName>ppt_x</p:attrName>
                                        </p:attrNameLst>
                                      </p:cBhvr>
                                      <p:tavLst>
                                        <p:tav tm="0">
                                          <p:val>
                                            <p:strVal val="#ppt_x"/>
                                          </p:val>
                                        </p:tav>
                                        <p:tav tm="100000">
                                          <p:val>
                                            <p:strVal val="#ppt_x"/>
                                          </p:val>
                                        </p:tav>
                                      </p:tavLst>
                                    </p:anim>
                                    <p:anim calcmode="lin" valueType="num">
                                      <p:cBhvr additive="base">
                                        <p:cTn id="15" dur="600" fill="hold"/>
                                        <p:tgtEl>
                                          <p:spTgt spid="5"/>
                                        </p:tgtEl>
                                        <p:attrNameLst>
                                          <p:attrName>ppt_y</p:attrName>
                                        </p:attrNameLst>
                                      </p:cBhvr>
                                      <p:tavLst>
                                        <p:tav tm="0">
                                          <p:val>
                                            <p:strVal val="#ppt_y+.1"/>
                                          </p:val>
                                        </p:tav>
                                        <p:tav tm="100000">
                                          <p:val>
                                            <p:strVal val="#ppt_y"/>
                                          </p:val>
                                        </p:tav>
                                      </p:tavLst>
                                    </p:anim>
                                  </p:childTnLst>
                                </p:cTn>
                              </p:par>
                            </p:childTnLst>
                          </p:cTn>
                        </p:par>
                        <p:par>
                          <p:cTn id="20" fill="hold">
                            <p:stCondLst>
                              <p:cond delay="1400"/>
                            </p:stCondLst>
                            <p:childTnLst>
                              <p:par>
                                <p:cTn id="17" presetID="10"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21" fill="hold" display="0">
                  <p:stCondLst>
                    <p:cond delay="indefinite"/>
                  </p:stCondLst>
                  <p:endCondLst>
                    <p:cond evt="onStopAudio" delay="0">
                      <p:tgtEl>
                        <p:sldTgt/>
                      </p:tgtEl>
                    </p:cond>
                  </p:endCondLst>
                </p:cTn>
                <p:tgtEl>
                  <p:spTgt spid="3"/>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12_actions_bg.png"/>
          <p:cNvPicPr>
            <a:picLocks noChangeAspect="1"/>
          </p:cNvPicPr>
          <p:nvPr/>
        </p:nvPicPr>
        <p:blipFill>
          <a:blip r:embed="rId2"/>
          <a:stretch>
            <a:fillRect/>
          </a:stretch>
        </p:blipFill>
        <p:spPr>
          <a:xfrm>
            <a:off x="0" y="0"/>
            <a:ext cx="12192000" cy="6858000"/>
          </a:xfrm>
          <a:prstGeom prst="rect">
            <a:avLst/>
          </a:prstGeom>
        </p:spPr>
      </p:pic>
      <p:pic>
        <p:nvPicPr>
          <p:cNvPr id="3" name="actions rise 1" descr="12_actions_layer0.png"/>
          <p:cNvPicPr>
            <a:picLocks noChangeAspect="1"/>
          </p:cNvPicPr>
          <p:nvPr/>
        </p:nvPicPr>
        <p:blipFill>
          <a:blip r:embed="rId3"/>
          <a:stretch>
            <a:fillRect/>
          </a:stretch>
        </p:blipFill>
        <p:spPr>
          <a:xfrm>
            <a:off x="508000" y="1536700"/>
            <a:ext cx="5740400" cy="1682651"/>
          </a:xfrm>
          <a:prstGeom prst="rect">
            <a:avLst/>
          </a:prstGeom>
        </p:spPr>
      </p:pic>
      <p:pic>
        <p:nvPicPr>
          <p:cNvPr id="4" name="actions rise 2" descr="12_actions_layer1.png"/>
          <p:cNvPicPr>
            <a:picLocks noChangeAspect="1"/>
          </p:cNvPicPr>
          <p:nvPr/>
        </p:nvPicPr>
        <p:blipFill>
          <a:blip r:embed="rId4"/>
          <a:stretch>
            <a:fillRect/>
          </a:stretch>
        </p:blipFill>
        <p:spPr>
          <a:xfrm>
            <a:off x="5943600" y="1536700"/>
            <a:ext cx="5740400" cy="1682651"/>
          </a:xfrm>
          <a:prstGeom prst="rect">
            <a:avLst/>
          </a:prstGeom>
        </p:spPr>
      </p:pic>
      <p:pic>
        <p:nvPicPr>
          <p:cNvPr id="5" name="actions rise 3" descr="12_actions_layer2.png"/>
          <p:cNvPicPr>
            <a:picLocks noChangeAspect="1"/>
          </p:cNvPicPr>
          <p:nvPr/>
        </p:nvPicPr>
        <p:blipFill>
          <a:blip r:embed="rId5"/>
          <a:stretch>
            <a:fillRect/>
          </a:stretch>
        </p:blipFill>
        <p:spPr>
          <a:xfrm>
            <a:off x="508000" y="3060700"/>
            <a:ext cx="5740400" cy="1682651"/>
          </a:xfrm>
          <a:prstGeom prst="rect">
            <a:avLst/>
          </a:prstGeom>
        </p:spPr>
      </p:pic>
      <p:pic>
        <p:nvPicPr>
          <p:cNvPr id="6" name="actions rise 4" descr="12_actions_layer3.png"/>
          <p:cNvPicPr>
            <a:picLocks noChangeAspect="1"/>
          </p:cNvPicPr>
          <p:nvPr/>
        </p:nvPicPr>
        <p:blipFill>
          <a:blip r:embed="rId6"/>
          <a:stretch>
            <a:fillRect/>
          </a:stretch>
        </p:blipFill>
        <p:spPr>
          <a:xfrm>
            <a:off x="5943600" y="3060700"/>
            <a:ext cx="5740400" cy="1682651"/>
          </a:xfrm>
          <a:prstGeom prst="rect">
            <a:avLst/>
          </a:prstGeom>
        </p:spPr>
      </p:pic>
      <p:pic>
        <p:nvPicPr>
          <p:cNvPr id="7" name="actions fade 5" descr="12_actions_layer4.png"/>
          <p:cNvPicPr>
            <a:picLocks noChangeAspect="1"/>
          </p:cNvPicPr>
          <p:nvPr/>
        </p:nvPicPr>
        <p:blipFill>
          <a:blip r:embed="rId7"/>
          <a:stretch>
            <a:fillRect/>
          </a:stretch>
        </p:blipFill>
        <p:spPr>
          <a:xfrm>
            <a:off x="508000" y="4775200"/>
            <a:ext cx="11176000" cy="858441"/>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8"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600"/>
                                        <p:tgtEl>
                                          <p:spTgt spid="3"/>
                                        </p:tgtEl>
                                      </p:cBhvr>
                                    </p:animEffect>
                                    <p:anim calcmode="lin" valueType="num">
                                      <p:cBhvr additive="base">
                                        <p:cTn id="6" dur="600" fill="hold"/>
                                        <p:tgtEl>
                                          <p:spTgt spid="3"/>
                                        </p:tgtEl>
                                        <p:attrNameLst>
                                          <p:attrName>ppt_x</p:attrName>
                                        </p:attrNameLst>
                                      </p:cBhvr>
                                      <p:tavLst>
                                        <p:tav tm="0">
                                          <p:val>
                                            <p:strVal val="#ppt_x"/>
                                          </p:val>
                                        </p:tav>
                                        <p:tav tm="100000">
                                          <p:val>
                                            <p:strVal val="#ppt_x"/>
                                          </p:val>
                                        </p:tav>
                                      </p:tavLst>
                                    </p:anim>
                                    <p:anim calcmode="lin" valueType="num">
                                      <p:cBhvr additive="base">
                                        <p:cTn id="7" dur="600" fill="hold"/>
                                        <p:tgtEl>
                                          <p:spTgt spid="3"/>
                                        </p:tgtEl>
                                        <p:attrNameLst>
                                          <p:attrName>ppt_y</p:attrName>
                                        </p:attrNameLst>
                                      </p:cBhvr>
                                      <p:tavLst>
                                        <p:tav tm="0">
                                          <p:val>
                                            <p:strVal val="#ppt_y+.1"/>
                                          </p:val>
                                        </p:tav>
                                        <p:tav tm="100000">
                                          <p:val>
                                            <p:strVal val="#ppt_y"/>
                                          </p:val>
                                        </p:tav>
                                      </p:tavLst>
                                    </p:anim>
                                  </p:childTnLst>
                                </p:cTn>
                              </p:par>
                            </p:childTnLst>
                          </p:cTn>
                        </p:par>
                        <p:par>
                          <p:cTn id="14" fill="hold">
                            <p:stCondLst>
                              <p:cond delay="700"/>
                            </p:stCondLst>
                            <p:childTnLst>
                              <p:par>
                                <p:cTn id="9" presetID="42"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600"/>
                                        <p:tgtEl>
                                          <p:spTgt spid="4"/>
                                        </p:tgtEl>
                                      </p:cBhvr>
                                    </p:animEffect>
                                    <p:anim calcmode="lin" valueType="num">
                                      <p:cBhvr additive="base">
                                        <p:cTn id="12" dur="600" fill="hold"/>
                                        <p:tgtEl>
                                          <p:spTgt spid="4"/>
                                        </p:tgtEl>
                                        <p:attrNameLst>
                                          <p:attrName>ppt_x</p:attrName>
                                        </p:attrNameLst>
                                      </p:cBhvr>
                                      <p:tavLst>
                                        <p:tav tm="0">
                                          <p:val>
                                            <p:strVal val="#ppt_x"/>
                                          </p:val>
                                        </p:tav>
                                        <p:tav tm="100000">
                                          <p:val>
                                            <p:strVal val="#ppt_x"/>
                                          </p:val>
                                        </p:tav>
                                      </p:tavLst>
                                    </p:anim>
                                    <p:anim calcmode="lin" valueType="num">
                                      <p:cBhvr additive="base">
                                        <p:cTn id="13" dur="600" fill="hold"/>
                                        <p:tgtEl>
                                          <p:spTgt spid="4"/>
                                        </p:tgtEl>
                                        <p:attrNameLst>
                                          <p:attrName>ppt_y</p:attrName>
                                        </p:attrNameLst>
                                      </p:cBhvr>
                                      <p:tavLst>
                                        <p:tav tm="0">
                                          <p:val>
                                            <p:strVal val="#ppt_y+.1"/>
                                          </p:val>
                                        </p:tav>
                                        <p:tav tm="100000">
                                          <p:val>
                                            <p:strVal val="#ppt_y"/>
                                          </p:val>
                                        </p:tav>
                                      </p:tavLst>
                                    </p:anim>
                                  </p:childTnLst>
                                </p:cTn>
                              </p:par>
                            </p:childTnLst>
                          </p:cTn>
                        </p:par>
                        <p:par>
                          <p:cTn id="20" fill="hold">
                            <p:stCondLst>
                              <p:cond delay="1400"/>
                            </p:stCondLst>
                            <p:childTnLst>
                              <p:par>
                                <p:cTn id="15" presetID="42" presetClass="entr" presetSubtype="0"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600"/>
                                        <p:tgtEl>
                                          <p:spTgt spid="5"/>
                                        </p:tgtEl>
                                      </p:cBhvr>
                                    </p:animEffect>
                                    <p:anim calcmode="lin" valueType="num">
                                      <p:cBhvr additive="base">
                                        <p:cTn id="18" dur="600" fill="hold"/>
                                        <p:tgtEl>
                                          <p:spTgt spid="5"/>
                                        </p:tgtEl>
                                        <p:attrNameLst>
                                          <p:attrName>ppt_x</p:attrName>
                                        </p:attrNameLst>
                                      </p:cBhvr>
                                      <p:tavLst>
                                        <p:tav tm="0">
                                          <p:val>
                                            <p:strVal val="#ppt_x"/>
                                          </p:val>
                                        </p:tav>
                                        <p:tav tm="100000">
                                          <p:val>
                                            <p:strVal val="#ppt_x"/>
                                          </p:val>
                                        </p:tav>
                                      </p:tavLst>
                                    </p:anim>
                                    <p:anim calcmode="lin" valueType="num">
                                      <p:cBhvr additive="base">
                                        <p:cTn id="19" dur="6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2100"/>
                            </p:stCondLst>
                            <p:childTnLst>
                              <p:par>
                                <p:cTn id="21" presetID="42" presetClass="entr" presetSubtype="0"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600"/>
                                        <p:tgtEl>
                                          <p:spTgt spid="6"/>
                                        </p:tgtEl>
                                      </p:cBhvr>
                                    </p:animEffect>
                                    <p:anim calcmode="lin" valueType="num">
                                      <p:cBhvr additive="base">
                                        <p:cTn id="24" dur="600" fill="hold"/>
                                        <p:tgtEl>
                                          <p:spTgt spid="6"/>
                                        </p:tgtEl>
                                        <p:attrNameLst>
                                          <p:attrName>ppt_x</p:attrName>
                                        </p:attrNameLst>
                                      </p:cBhvr>
                                      <p:tavLst>
                                        <p:tav tm="0">
                                          <p:val>
                                            <p:strVal val="#ppt_x"/>
                                          </p:val>
                                        </p:tav>
                                        <p:tav tm="100000">
                                          <p:val>
                                            <p:strVal val="#ppt_x"/>
                                          </p:val>
                                        </p:tav>
                                      </p:tavLst>
                                    </p:anim>
                                    <p:anim calcmode="lin" valueType="num">
                                      <p:cBhvr additive="base">
                                        <p:cTn id="25" dur="600" fill="hold"/>
                                        <p:tgtEl>
                                          <p:spTgt spid="6"/>
                                        </p:tgtEl>
                                        <p:attrNameLst>
                                          <p:attrName>ppt_y</p:attrName>
                                        </p:attrNameLst>
                                      </p:cBhvr>
                                      <p:tavLst>
                                        <p:tav tm="0">
                                          <p:val>
                                            <p:strVal val="#ppt_y+.1"/>
                                          </p:val>
                                        </p:tav>
                                        <p:tav tm="100000">
                                          <p:val>
                                            <p:strVal val="#ppt_y"/>
                                          </p:val>
                                        </p:tav>
                                      </p:tavLst>
                                    </p:anim>
                                  </p:childTnLst>
                                </p:cTn>
                              </p:par>
                            </p:childTnLst>
                          </p:cTn>
                        </p:par>
                        <p:par>
                          <p:cTn id="30" fill="hold">
                            <p:stCondLst>
                              <p:cond delay="2800"/>
                            </p:stCondLst>
                            <p:childTnLst>
                              <p:par>
                                <p:cTn id="27" presetID="10" presetClass="entr" presetSubtype="0" fill="hold" grpId="0" nodeType="after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13_limits_bg.png"/>
          <p:cNvPicPr>
            <a:picLocks noChangeAspect="1"/>
          </p:cNvPicPr>
          <p:nvPr/>
        </p:nvPicPr>
        <p:blipFill>
          <a:blip r:embed="rId2"/>
          <a:stretch>
            <a:fillRect/>
          </a:stretch>
        </p:blipFill>
        <p:spPr>
          <a:xfrm>
            <a:off x="0" y="0"/>
            <a:ext cx="12192000" cy="6858000"/>
          </a:xfrm>
          <a:prstGeom prst="rect">
            <a:avLst/>
          </a:prstGeom>
        </p:spPr>
      </p:pic>
      <p:pic>
        <p:nvPicPr>
          <p:cNvPr id="3" name="limits rise 1" descr="13_limits_layer0.png"/>
          <p:cNvPicPr>
            <a:picLocks noChangeAspect="1"/>
          </p:cNvPicPr>
          <p:nvPr/>
        </p:nvPicPr>
        <p:blipFill>
          <a:blip r:embed="rId3"/>
          <a:stretch>
            <a:fillRect/>
          </a:stretch>
        </p:blipFill>
        <p:spPr>
          <a:xfrm>
            <a:off x="508000" y="1536700"/>
            <a:ext cx="5740400" cy="2438400"/>
          </a:xfrm>
          <a:prstGeom prst="rect">
            <a:avLst/>
          </a:prstGeom>
        </p:spPr>
      </p:pic>
      <p:pic>
        <p:nvPicPr>
          <p:cNvPr id="4" name="limits rise 2" descr="13_limits_layer1.png"/>
          <p:cNvPicPr>
            <a:picLocks noChangeAspect="1"/>
          </p:cNvPicPr>
          <p:nvPr/>
        </p:nvPicPr>
        <p:blipFill>
          <a:blip r:embed="rId4"/>
          <a:stretch>
            <a:fillRect/>
          </a:stretch>
        </p:blipFill>
        <p:spPr>
          <a:xfrm>
            <a:off x="5943600" y="1536700"/>
            <a:ext cx="5740400" cy="2438400"/>
          </a:xfrm>
          <a:prstGeom prst="rect">
            <a:avLst/>
          </a:prstGeom>
        </p:spPr>
      </p:pic>
      <p:pic>
        <p:nvPicPr>
          <p:cNvPr id="5" name="limits fade 3" descr="13_limits_layer2.png"/>
          <p:cNvPicPr>
            <a:picLocks noChangeAspect="1"/>
          </p:cNvPicPr>
          <p:nvPr/>
        </p:nvPicPr>
        <p:blipFill>
          <a:blip r:embed="rId5"/>
          <a:stretch>
            <a:fillRect/>
          </a:stretch>
        </p:blipFill>
        <p:spPr>
          <a:xfrm>
            <a:off x="508000" y="4394200"/>
            <a:ext cx="11176000" cy="8763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19" fill="hold">
                      <p:stCondLst>
                        <p:cond delay="indefinite"/>
                        <p:cond evt="onBegin" delay="0">
                          <p:tn val="2"/>
                        </p:cond>
                      </p:stCondLst>
                      <p:childTnLst>
                        <p:par>
                          <p:cTn id="8"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600"/>
                                        <p:tgtEl>
                                          <p:spTgt spid="3"/>
                                        </p:tgtEl>
                                      </p:cBhvr>
                                    </p:animEffect>
                                    <p:anim calcmode="lin" valueType="num">
                                      <p:cBhvr additive="base">
                                        <p:cTn id="6" dur="600" fill="hold"/>
                                        <p:tgtEl>
                                          <p:spTgt spid="3"/>
                                        </p:tgtEl>
                                        <p:attrNameLst>
                                          <p:attrName>ppt_x</p:attrName>
                                        </p:attrNameLst>
                                      </p:cBhvr>
                                      <p:tavLst>
                                        <p:tav tm="0">
                                          <p:val>
                                            <p:strVal val="#ppt_x"/>
                                          </p:val>
                                        </p:tav>
                                        <p:tav tm="100000">
                                          <p:val>
                                            <p:strVal val="#ppt_x"/>
                                          </p:val>
                                        </p:tav>
                                      </p:tavLst>
                                    </p:anim>
                                    <p:anim calcmode="lin" valueType="num">
                                      <p:cBhvr additive="base">
                                        <p:cTn id="7" dur="600" fill="hold"/>
                                        <p:tgtEl>
                                          <p:spTgt spid="3"/>
                                        </p:tgtEl>
                                        <p:attrNameLst>
                                          <p:attrName>ppt_y</p:attrName>
                                        </p:attrNameLst>
                                      </p:cBhvr>
                                      <p:tavLst>
                                        <p:tav tm="0">
                                          <p:val>
                                            <p:strVal val="#ppt_y+.1"/>
                                          </p:val>
                                        </p:tav>
                                        <p:tav tm="100000">
                                          <p:val>
                                            <p:strVal val="#ppt_y"/>
                                          </p:val>
                                        </p:tav>
                                      </p:tavLst>
                                    </p:anim>
                                  </p:childTnLst>
                                </p:cTn>
                              </p:par>
                            </p:childTnLst>
                          </p:cTn>
                        </p:par>
                        <p:par>
                          <p:cTn id="14" fill="hold">
                            <p:stCondLst>
                              <p:cond delay="700"/>
                            </p:stCondLst>
                            <p:childTnLst>
                              <p:par>
                                <p:cTn id="9" presetID="42"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600"/>
                                        <p:tgtEl>
                                          <p:spTgt spid="4"/>
                                        </p:tgtEl>
                                      </p:cBhvr>
                                    </p:animEffect>
                                    <p:anim calcmode="lin" valueType="num">
                                      <p:cBhvr additive="base">
                                        <p:cTn id="12" dur="600" fill="hold"/>
                                        <p:tgtEl>
                                          <p:spTgt spid="4"/>
                                        </p:tgtEl>
                                        <p:attrNameLst>
                                          <p:attrName>ppt_x</p:attrName>
                                        </p:attrNameLst>
                                      </p:cBhvr>
                                      <p:tavLst>
                                        <p:tav tm="0">
                                          <p:val>
                                            <p:strVal val="#ppt_x"/>
                                          </p:val>
                                        </p:tav>
                                        <p:tav tm="100000">
                                          <p:val>
                                            <p:strVal val="#ppt_x"/>
                                          </p:val>
                                        </p:tav>
                                      </p:tavLst>
                                    </p:anim>
                                    <p:anim calcmode="lin" valueType="num">
                                      <p:cBhvr additive="base">
                                        <p:cTn id="13" dur="600" fill="hold"/>
                                        <p:tgtEl>
                                          <p:spTgt spid="4"/>
                                        </p:tgtEl>
                                        <p:attrNameLst>
                                          <p:attrName>ppt_y</p:attrName>
                                        </p:attrNameLst>
                                      </p:cBhvr>
                                      <p:tavLst>
                                        <p:tav tm="0">
                                          <p:val>
                                            <p:strVal val="#ppt_y+.1"/>
                                          </p:val>
                                        </p:tav>
                                        <p:tav tm="100000">
                                          <p:val>
                                            <p:strVal val="#ppt_y"/>
                                          </p:val>
                                        </p:tav>
                                      </p:tavLst>
                                    </p:anim>
                                  </p:childTnLst>
                                </p:cTn>
                              </p:par>
                            </p:childTnLst>
                          </p:cTn>
                        </p:par>
                        <p:par>
                          <p:cTn id="18" fill="hold">
                            <p:stCondLst>
                              <p:cond delay="1400"/>
                            </p:stCondLst>
                            <p:childTnLst>
                              <p:par>
                                <p:cTn id="15" presetID="10" presetClass="entr" presetSubtype="0"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14_thanks_bg.png"/>
          <p:cNvPicPr>
            <a:picLocks noChangeAspect="1"/>
          </p:cNvPicPr>
          <p:nvPr/>
        </p:nvPicPr>
        <p:blipFill>
          <a:blip r:embed="rId2"/>
          <a:stretch>
            <a:fillRect/>
          </a:stretch>
        </p:blipFill>
        <p:spPr>
          <a:xfrm>
            <a:off x="0" y="0"/>
            <a:ext cx="12192000" cy="6858000"/>
          </a:xfrm>
          <a:prstGeom prst="rect">
            <a:avLst/>
          </a:prstGeom>
        </p:spPr>
      </p:pic>
      <p:pic>
        <p:nvPicPr>
          <p:cNvPr id="3" name="thanks left 1" descr="01_cover_layer0.png"/>
          <p:cNvPicPr>
            <a:picLocks noChangeAspect="1"/>
          </p:cNvPicPr>
          <p:nvPr/>
        </p:nvPicPr>
        <p:blipFill>
          <a:blip r:embed="rId3"/>
          <a:stretch>
            <a:fillRect/>
          </a:stretch>
        </p:blipFill>
        <p:spPr>
          <a:xfrm>
            <a:off x="508000" y="1790700"/>
            <a:ext cx="1625600" cy="660400"/>
          </a:xfrm>
          <a:prstGeom prst="rect">
            <a:avLst/>
          </a:prstGeom>
        </p:spPr>
      </p:pic>
      <p:pic>
        <p:nvPicPr>
          <p:cNvPr id="4" name="thanks rise 2" descr="14_thanks_layer1.png"/>
          <p:cNvPicPr>
            <a:picLocks noChangeAspect="1"/>
          </p:cNvPicPr>
          <p:nvPr/>
        </p:nvPicPr>
        <p:blipFill>
          <a:blip r:embed="rId4"/>
          <a:stretch>
            <a:fillRect/>
          </a:stretch>
        </p:blipFill>
        <p:spPr>
          <a:xfrm>
            <a:off x="508000" y="2108200"/>
            <a:ext cx="6324600" cy="1462980"/>
          </a:xfrm>
          <a:prstGeom prst="rect">
            <a:avLst/>
          </a:prstGeom>
        </p:spPr>
      </p:pic>
      <p:pic>
        <p:nvPicPr>
          <p:cNvPr id="5" name="thanks fade 3" descr="14_thanks_layer2.png"/>
          <p:cNvPicPr>
            <a:picLocks noChangeAspect="1"/>
          </p:cNvPicPr>
          <p:nvPr/>
        </p:nvPicPr>
        <p:blipFill>
          <a:blip r:embed="rId5"/>
          <a:stretch>
            <a:fillRect/>
          </a:stretch>
        </p:blipFill>
        <p:spPr>
          <a:xfrm>
            <a:off x="508000" y="3124200"/>
            <a:ext cx="6324600" cy="1036241"/>
          </a:xfrm>
          <a:prstGeom prst="rect">
            <a:avLst/>
          </a:prstGeom>
        </p:spPr>
      </p:pic>
      <p:pic>
        <p:nvPicPr>
          <p:cNvPr id="6" name="thanks fade 4" descr="14_thanks_layer3.png"/>
          <p:cNvPicPr>
            <a:picLocks noChangeAspect="1"/>
          </p:cNvPicPr>
          <p:nvPr/>
        </p:nvPicPr>
        <p:blipFill>
          <a:blip r:embed="rId6"/>
          <a:stretch>
            <a:fillRect/>
          </a:stretch>
        </p:blipFill>
        <p:spPr>
          <a:xfrm>
            <a:off x="508000" y="3886200"/>
            <a:ext cx="6324600" cy="858441"/>
          </a:xfrm>
          <a:prstGeom prst="rect">
            <a:avLst/>
          </a:prstGeom>
        </p:spPr>
      </p:pic>
      <p:pic>
        <p:nvPicPr>
          <p:cNvPr id="7" name="thanks scale 4" descr="14_thanks_layer4.png"/>
          <p:cNvPicPr>
            <a:picLocks noChangeAspect="1"/>
          </p:cNvPicPr>
          <p:nvPr/>
        </p:nvPicPr>
        <p:blipFill>
          <a:blip r:embed="rId7"/>
          <a:stretch>
            <a:fillRect/>
          </a:stretch>
        </p:blipFill>
        <p:spPr>
          <a:xfrm>
            <a:off x="7188200" y="1282700"/>
            <a:ext cx="4292600" cy="39116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26" fill="hold">
                      <p:stCondLst>
                        <p:cond delay="indefinite"/>
                        <p:cond evt="onBegin" delay="0">
                          <p:tn val="2"/>
                        </p:cond>
                      </p:stCondLst>
                      <p:childTnLst>
                        <p:par>
                          <p:cTn id="6" fill="hold">
                            <p:stCondLst>
                              <p:cond delay="0"/>
                            </p:stCondLst>
                            <p:childTnLst>
                              <p:par>
                                <p:cTn id="3" presetID="22" presetClass="entr" presetSubtype="8"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left)">
                                      <p:cBhvr>
                                        <p:cTn id="5" dur="600"/>
                                        <p:tgtEl>
                                          <p:spTgt spid="3"/>
                                        </p:tgtEl>
                                      </p:cBhvr>
                                    </p:animEffect>
                                  </p:childTnLst>
                                </p:cTn>
                              </p:par>
                            </p:childTnLst>
                          </p:cTn>
                        </p:par>
                        <p:par>
                          <p:cTn id="12" fill="hold">
                            <p:stCondLst>
                              <p:cond delay="700"/>
                            </p:stCondLst>
                            <p:childTnLst>
                              <p:par>
                                <p:cTn id="7" presetID="42" presetClass="entr" presetSubtype="0" fill="hold" grpId="0" nodeType="after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anim calcmode="lin" valueType="num">
                                      <p:cBhvr additive="base">
                                        <p:cTn id="10" dur="600" fill="hold"/>
                                        <p:tgtEl>
                                          <p:spTgt spid="4"/>
                                        </p:tgtEl>
                                        <p:attrNameLst>
                                          <p:attrName>ppt_x</p:attrName>
                                        </p:attrNameLst>
                                      </p:cBhvr>
                                      <p:tavLst>
                                        <p:tav tm="0">
                                          <p:val>
                                            <p:strVal val="#ppt_x"/>
                                          </p:val>
                                        </p:tav>
                                        <p:tav tm="100000">
                                          <p:val>
                                            <p:strVal val="#ppt_x"/>
                                          </p:val>
                                        </p:tav>
                                      </p:tavLst>
                                    </p:anim>
                                    <p:anim calcmode="lin" valueType="num">
                                      <p:cBhvr additive="base">
                                        <p:cTn id="11" dur="600" fill="hold"/>
                                        <p:tgtEl>
                                          <p:spTgt spid="4"/>
                                        </p:tgtEl>
                                        <p:attrNameLst>
                                          <p:attrName>ppt_y</p:attrName>
                                        </p:attrNameLst>
                                      </p:cBhvr>
                                      <p:tavLst>
                                        <p:tav tm="0">
                                          <p:val>
                                            <p:strVal val="#ppt_y+.1"/>
                                          </p:val>
                                        </p:tav>
                                        <p:tav tm="100000">
                                          <p:val>
                                            <p:strVal val="#ppt_y"/>
                                          </p:val>
                                        </p:tav>
                                      </p:tavLst>
                                    </p:anim>
                                  </p:childTnLst>
                                </p:cTn>
                              </p:par>
                            </p:childTnLst>
                          </p:cTn>
                        </p:par>
                        <p:par>
                          <p:cTn id="16" fill="hold">
                            <p:stCondLst>
                              <p:cond delay="1400"/>
                            </p:stCondLst>
                            <p:childTnLst>
                              <p:par>
                                <p:cTn id="13" presetID="10" presetClass="entr" presetSubtype="0"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par>
                          <p:cTn id="25" fill="hold">
                            <p:stCondLst>
                              <p:cond delay="2000"/>
                            </p:stCondLst>
                            <p:childTnLst>
                              <p:par>
                                <p:cTn id="17" presetID="10"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ppt_w</p:attrName>
                                        </p:attrNameLst>
                                      </p:cBhvr>
                                      <p:tavLst>
                                        <p:tav tm="0">
                                          <p:val>
                                            <p:strVal val="0"/>
                                          </p:val>
                                        </p:tav>
                                        <p:tav tm="100000">
                                          <p:val>
                                            <p:strVal val="#ppt_w"/>
                                          </p:val>
                                        </p:tav>
                                      </p:tavLst>
                                    </p:anim>
                                    <p:anim calcmode="lin" valueType="num">
                                      <p:cBhvr additive="base">
                                        <p:cTn id="23" dur="500" fill="hold"/>
                                        <p:tgtEl>
                                          <p:spTgt spid="7"/>
                                        </p:tgtEl>
                                        <p:attrNameLst>
                                          <p:attrName>ppt_h</p:attrName>
                                        </p:attrNameLst>
                                      </p:cBhvr>
                                      <p:tavLst>
                                        <p:tav tm="0">
                                          <p:val>
                                            <p:strVal val="0"/>
                                          </p:val>
                                        </p:tav>
                                        <p:tav tm="100000">
                                          <p:val>
                                            <p:strVal val="#ppt_h"/>
                                          </p:val>
                                        </p:tav>
                                      </p:tavLst>
                                    </p:anim>
                                    <p:animEffect transition="in" filter="fade">
                                      <p:cBhvr>
                                        <p:cTn id="2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